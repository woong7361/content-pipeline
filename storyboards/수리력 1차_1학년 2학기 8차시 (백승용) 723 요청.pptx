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30" r:id="rId3"/>
    <p:sldId id="403" r:id="rId4"/>
    <p:sldId id="365" r:id="rId5"/>
    <p:sldId id="380" r:id="rId6"/>
    <p:sldId id="395" r:id="rId7"/>
    <p:sldId id="384" r:id="rId8"/>
    <p:sldId id="398" r:id="rId9"/>
    <p:sldId id="388" r:id="rId10"/>
    <p:sldId id="405" r:id="rId11"/>
    <p:sldId id="404" r:id="rId12"/>
    <p:sldId id="386" r:id="rId13"/>
    <p:sldId id="401" r:id="rId14"/>
    <p:sldId id="400" r:id="rId15"/>
    <p:sldId id="396" r:id="rId16"/>
    <p:sldId id="387" r:id="rId17"/>
    <p:sldId id="393" r:id="rId18"/>
    <p:sldId id="402" r:id="rId19"/>
    <p:sldId id="397" r:id="rId20"/>
    <p:sldId id="391" r:id="rId21"/>
    <p:sldId id="38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DDB9C-E0F9-427D-9AE2-B531B4CDC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A5F716-ADF6-477A-A15C-8EBA1BA99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F4F66D-F7FC-4324-A4A4-B00C52D36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227097-F1E0-47D3-8366-2B2C4FEF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9F485-0880-473C-9234-2E463890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88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BCD48-9B30-48B9-81A7-D5AD93FE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080AD-C351-4BBC-A213-18D6D978A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38817-CC10-426E-A4CE-14DBB95F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A9E03-06F0-4A79-8242-A9D80318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9C018-1CD1-4C47-8AEA-640FA858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93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E9356-593C-4F71-8A11-2A6A0C13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7DD923-1CE1-4BD9-8821-A3AE898F1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00EC5-3EFB-4AC2-A5A3-A7B449D7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C9B639-0992-4D0F-AD5C-88945502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6D112-F75E-4F28-8C37-0754B7A2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92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638-E3DF-4809-8CF7-3BAACC409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8842F7-9380-4479-8AC1-AB3A8F8ED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294531-F10F-4EB1-B7C3-9AAEB769F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780311-4E96-4004-A0EC-150775DA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939A24-6680-4DC5-8DF8-92661A9D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E39D8-DAF4-4C1C-849E-2FF65CCC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75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40F71-5811-4C64-A411-73BD7CF6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F8B70C-6FAD-4903-AECA-186E62366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59B1B8-9DC1-4854-A53C-DF8CA0490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858155-6DC2-4B1D-A069-C9F2EDCCA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3F8099-9042-4D5F-A355-6CBBA0864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EFD9BC-EFBD-4CEF-A85B-ADD704A1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E8C358-791F-486C-8F3F-ADE2BFE8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C89C85-9E52-400F-80EA-F95E479C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48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C4A61-0D9A-4A3A-B8AE-4BFB0DDD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0AA92F-9674-422B-827B-5E535626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F432DB-4D20-4DEA-A02B-F4E414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F0F2F0-62FC-43A5-9844-735A9D5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3256F6-CEB3-42B0-95D9-E942E61F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CD5E95-90D3-44D8-9012-FE07D40E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8596F-2571-4552-93DD-49558BF9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46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E4549-1EE3-4FEE-836F-2D1A7426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90C33A-EE0F-447E-B949-453D8849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83F5DB-FE13-4DCE-B81B-908E888D7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43AAE3-5D05-4DE9-AAF0-D121265B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AEF5C8-7620-42E5-9493-EBC08052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9E210D-4276-4929-BAED-0693D519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77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97F5E-1EC8-4674-9076-BD0E48AB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30DBB0-28F7-4CDA-BC84-509562619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00AD58-309A-4EBF-86EC-73D66C74D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740A8A-F43E-4F19-97D3-151ACBB8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027069-E0A3-414B-BACF-38B19CB6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359415-0B32-4F3C-AF25-913BDC14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13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6190A-6B7A-4AAD-A1C2-2DC6BD3CC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F7DD9F-7ABC-4A1C-9801-89D32EF99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A4FDD5-66BC-4A85-BBA7-857F2ECE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6B309-1F16-4F8F-9A8E-F968C129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1CA3C-4AC4-4250-896C-283D8DB0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8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4CB805-67F9-40AA-A8F6-86BCF17B2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16D551-9C82-446C-A8AC-82792FC76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942771-87A5-4DC6-8DFE-5E6AE67F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FD829-BB7D-4F28-A061-27E1EF81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FF24B5-B39D-4006-ACAF-9EEDF654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726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4BA5916-8EFE-79FC-CED5-CA9CE8A3A646}"/>
              </a:ext>
            </a:extLst>
          </p:cNvPr>
          <p:cNvGrpSpPr/>
          <p:nvPr userDrawn="1"/>
        </p:nvGrpSpPr>
        <p:grpSpPr>
          <a:xfrm>
            <a:off x="0" y="718973"/>
            <a:ext cx="12192000" cy="95510"/>
            <a:chOff x="77356" y="592802"/>
            <a:chExt cx="9742411" cy="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05A9F1A-9C66-016C-9AA1-CEC4F24C7E0E}"/>
                </a:ext>
              </a:extLst>
            </p:cNvPr>
            <p:cNvCxnSpPr/>
            <p:nvPr userDrawn="1"/>
          </p:nvCxnSpPr>
          <p:spPr>
            <a:xfrm>
              <a:off x="77356" y="592802"/>
              <a:ext cx="9733533" cy="0"/>
            </a:xfrm>
            <a:prstGeom prst="line">
              <a:avLst/>
            </a:prstGeom>
            <a:ln w="34925" cmpd="sng">
              <a:solidFill>
                <a:schemeClr val="tx1"/>
              </a:solidFill>
              <a:head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A2BD355-5BBC-BA01-56A0-3533744971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426606" y="592802"/>
              <a:ext cx="393161" cy="0"/>
            </a:xfrm>
            <a:prstGeom prst="line">
              <a:avLst/>
            </a:prstGeom>
            <a:ln w="34925" cmpd="sng">
              <a:solidFill>
                <a:srgbClr val="1B6DAE"/>
              </a:solidFill>
              <a:head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AAE82B9-3E9B-F322-C5D2-E5AB1F1B8ECB}"/>
              </a:ext>
            </a:extLst>
          </p:cNvPr>
          <p:cNvSpPr txBox="1"/>
          <p:nvPr userDrawn="1"/>
        </p:nvSpPr>
        <p:spPr>
          <a:xfrm>
            <a:off x="79900" y="103858"/>
            <a:ext cx="610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  <a:latin typeface="+mj-lt"/>
              </a:rPr>
              <a:t>History</a:t>
            </a:r>
            <a:endParaRPr lang="ko-KR" altLang="en-US" sz="2800" b="1" dirty="0">
              <a:latin typeface="+mj-lt"/>
            </a:endParaRP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C41B17B8-5A0A-1301-3DAA-9A71378973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8863" y="306799"/>
            <a:ext cx="1167129" cy="24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23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0253463-65DF-8C55-B7A5-BB8B1C027B89}"/>
              </a:ext>
            </a:extLst>
          </p:cNvPr>
          <p:cNvSpPr/>
          <p:nvPr userDrawn="1"/>
        </p:nvSpPr>
        <p:spPr>
          <a:xfrm>
            <a:off x="77355" y="766728"/>
            <a:ext cx="7533120" cy="6026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BFDB6B9-0F9A-2C70-9793-00A25C528B14}"/>
              </a:ext>
            </a:extLst>
          </p:cNvPr>
          <p:cNvSpPr/>
          <p:nvPr userDrawn="1"/>
        </p:nvSpPr>
        <p:spPr>
          <a:xfrm>
            <a:off x="187036" y="876858"/>
            <a:ext cx="841664" cy="248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예시화면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F4D546D9-86DC-CF9D-D2AC-62F4D41FC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202"/>
            <a:ext cx="8543925" cy="365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="1">
                <a:solidFill>
                  <a:srgbClr val="1B6DAE"/>
                </a:solidFill>
                <a:latin typeface="Yu Gothic UI Semibold" panose="020B0700000000000000" pitchFamily="34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423CA06-63A1-B483-B145-6A1A1793CC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355" y="444947"/>
            <a:ext cx="8543925" cy="24705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>
                <a:solidFill>
                  <a:schemeClr val="accent5"/>
                </a:solidFill>
                <a:latin typeface="Yu Gothic UI Semibold" panose="020B0700000000000000" pitchFamily="34" charset="-128"/>
              </a:defRPr>
            </a:lvl1pPr>
          </a:lstStyle>
          <a:p>
            <a:pPr lvl="0"/>
            <a:r>
              <a:rPr lang="ko-KR" altLang="en-US" dirty="0"/>
              <a:t>마스터 텍스트</a:t>
            </a: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3211A354-1AA3-42FF-8107-9E84DAE84D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8863" y="306799"/>
            <a:ext cx="1167129" cy="24705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5ABF39-A3CA-A397-057D-5FF10104D959}"/>
              </a:ext>
            </a:extLst>
          </p:cNvPr>
          <p:cNvSpPr/>
          <p:nvPr userDrawn="1"/>
        </p:nvSpPr>
        <p:spPr>
          <a:xfrm>
            <a:off x="7720156" y="856314"/>
            <a:ext cx="841664" cy="248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설명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6BAB6E-5A24-5835-3D5B-651A570BF9DF}"/>
              </a:ext>
            </a:extLst>
          </p:cNvPr>
          <p:cNvGrpSpPr/>
          <p:nvPr userDrawn="1"/>
        </p:nvGrpSpPr>
        <p:grpSpPr>
          <a:xfrm>
            <a:off x="0" y="718973"/>
            <a:ext cx="12192000" cy="95510"/>
            <a:chOff x="77356" y="592802"/>
            <a:chExt cx="9742411" cy="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31FAFB1B-0B23-F74D-B057-302CE2A999A8}"/>
                </a:ext>
              </a:extLst>
            </p:cNvPr>
            <p:cNvCxnSpPr/>
            <p:nvPr userDrawn="1"/>
          </p:nvCxnSpPr>
          <p:spPr>
            <a:xfrm>
              <a:off x="77356" y="592802"/>
              <a:ext cx="9733533" cy="0"/>
            </a:xfrm>
            <a:prstGeom prst="line">
              <a:avLst/>
            </a:prstGeom>
            <a:ln w="34925" cmpd="sng">
              <a:solidFill>
                <a:schemeClr val="tx1"/>
              </a:solidFill>
              <a:head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69CF2B8F-E9E1-0F44-DED2-D0BE4A9BAD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426606" y="592802"/>
              <a:ext cx="393161" cy="0"/>
            </a:xfrm>
            <a:prstGeom prst="line">
              <a:avLst/>
            </a:prstGeom>
            <a:ln w="34925" cmpd="sng">
              <a:solidFill>
                <a:srgbClr val="1B6DAE"/>
              </a:solidFill>
              <a:head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69F2E56-3C1A-2D42-AD6D-7AE18E150A94}"/>
              </a:ext>
            </a:extLst>
          </p:cNvPr>
          <p:cNvSpPr txBox="1"/>
          <p:nvPr userDrawn="1"/>
        </p:nvSpPr>
        <p:spPr>
          <a:xfrm>
            <a:off x="8561820" y="863548"/>
            <a:ext cx="11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accent1"/>
                </a:solidFill>
              </a:rPr>
              <a:t>#</a:t>
            </a:r>
            <a:r>
              <a:rPr lang="ko-KR" altLang="en-US" sz="1050" dirty="0">
                <a:solidFill>
                  <a:schemeClr val="accent1"/>
                </a:solidFill>
              </a:rPr>
              <a:t>슬라이드 번호 </a:t>
            </a:r>
            <a:r>
              <a:rPr lang="en-US" altLang="ko-KR" sz="1050" dirty="0">
                <a:solidFill>
                  <a:schemeClr val="accent1"/>
                </a:solidFill>
              </a:rPr>
              <a:t>: 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2902846D-31F4-1E38-DF75-03866305A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736779" cy="2547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050">
                <a:solidFill>
                  <a:schemeClr val="accent5"/>
                </a:solidFill>
                <a:latin typeface="Yu Gothic UI Semibold" panose="020B0700000000000000" pitchFamily="34" charset="-128"/>
              </a:defRPr>
            </a:lvl1pPr>
          </a:lstStyle>
          <a:p>
            <a:pPr lvl="0"/>
            <a:r>
              <a:rPr lang="ko-KR" altLang="en-US" dirty="0"/>
              <a:t>마스터 텍스트</a:t>
            </a:r>
          </a:p>
        </p:txBody>
      </p:sp>
    </p:spTree>
    <p:extLst>
      <p:ext uri="{BB962C8B-B14F-4D97-AF65-F5344CB8AC3E}">
        <p14:creationId xmlns:p14="http://schemas.microsoft.com/office/powerpoint/2010/main" val="331161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31DE4D-3530-4D67-9CBC-D306CB9F5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A3F312-FC27-4932-9529-3C7A72F70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948F0-CEB5-4739-B824-234B38670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68DD5-07E5-4240-8DE3-1BD6BD54BD4E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A7254E-0454-431A-8922-69338140F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C3C964-9F2D-4FA9-B369-3B5BA13AC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99579-74F8-4684-9DD7-40BEE5626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50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3856FCA-793E-B8F6-9C00-A078DE68C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27300"/>
              </p:ext>
            </p:extLst>
          </p:nvPr>
        </p:nvGraphicFramePr>
        <p:xfrm>
          <a:off x="894183" y="1354580"/>
          <a:ext cx="10403634" cy="2913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4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03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7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Page.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26/07/23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신규 제작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백승용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algn="l" latinLnBrk="1">
                        <a:buFont typeface="Arial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011563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34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07B62F5-9FB3-CD64-CC6C-D19C51BFE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506121"/>
              </p:ext>
            </p:extLst>
          </p:nvPr>
        </p:nvGraphicFramePr>
        <p:xfrm>
          <a:off x="784116" y="992710"/>
          <a:ext cx="10403631" cy="1322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3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4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공간적 배경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 담장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 담장 → 담장 벽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클로즈업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학교 담장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핵심 콘셉트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학교의 담장이 무너지고 다시 보수한 상황에서 벽화를 그림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just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사각형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삼각형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모양의 도형을 찾고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 모양을 이용하여 세 수의 덧셈과 뺄셈을 함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1E96B2E-09A2-832B-E9E0-6EBCEA250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890891"/>
              </p:ext>
            </p:extLst>
          </p:nvPr>
        </p:nvGraphicFramePr>
        <p:xfrm>
          <a:off x="784115" y="2306918"/>
          <a:ext cx="10403633" cy="2844482"/>
        </p:xfrm>
        <a:graphic>
          <a:graphicData uri="http://schemas.openxmlformats.org/drawingml/2006/table">
            <a:tbl>
              <a:tblPr/>
              <a:tblGrid>
                <a:gridCol w="1261659">
                  <a:extLst>
                    <a:ext uri="{9D8B030D-6E8A-4147-A177-3AD203B41FA5}">
                      <a16:colId xmlns:a16="http://schemas.microsoft.com/office/drawing/2014/main" val="3207072823"/>
                    </a:ext>
                  </a:extLst>
                </a:gridCol>
                <a:gridCol w="1347686">
                  <a:extLst>
                    <a:ext uri="{9D8B030D-6E8A-4147-A177-3AD203B41FA5}">
                      <a16:colId xmlns:a16="http://schemas.microsoft.com/office/drawing/2014/main" val="1460462111"/>
                    </a:ext>
                  </a:extLst>
                </a:gridCol>
                <a:gridCol w="2583929">
                  <a:extLst>
                    <a:ext uri="{9D8B030D-6E8A-4147-A177-3AD203B41FA5}">
                      <a16:colId xmlns:a16="http://schemas.microsoft.com/office/drawing/2014/main" val="1165964908"/>
                    </a:ext>
                  </a:extLst>
                </a:gridCol>
                <a:gridCol w="660477">
                  <a:extLst>
                    <a:ext uri="{9D8B030D-6E8A-4147-A177-3AD203B41FA5}">
                      <a16:colId xmlns:a16="http://schemas.microsoft.com/office/drawing/2014/main" val="2382407172"/>
                    </a:ext>
                  </a:extLst>
                </a:gridCol>
                <a:gridCol w="1308875">
                  <a:extLst>
                    <a:ext uri="{9D8B030D-6E8A-4147-A177-3AD203B41FA5}">
                      <a16:colId xmlns:a16="http://schemas.microsoft.com/office/drawing/2014/main" val="2952235487"/>
                    </a:ext>
                  </a:extLst>
                </a:gridCol>
                <a:gridCol w="3241007">
                  <a:extLst>
                    <a:ext uri="{9D8B030D-6E8A-4147-A177-3AD203B41FA5}">
                      <a16:colId xmlns:a16="http://schemas.microsoft.com/office/drawing/2014/main" val="2185303328"/>
                    </a:ext>
                  </a:extLst>
                </a:gridCol>
              </a:tblGrid>
              <a:tr h="209534"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차시 번호 </a:t>
                      </a:r>
                      <a:endParaRPr lang="ko-KR" altLang="en-US" sz="9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1-08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영역</a:t>
                      </a:r>
                      <a:endParaRPr lang="ko-KR" altLang="en-US" sz="9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■ 수와 연산</a:t>
                      </a: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□ 변화와 관계</a:t>
                      </a: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415259"/>
                  </a:ext>
                </a:extLst>
              </a:tr>
              <a:tr h="209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■ 도형과 측정</a:t>
                      </a: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□ 자료와 가능성 </a:t>
                      </a: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283156"/>
                  </a:ext>
                </a:extLst>
              </a:tr>
              <a:tr h="209534"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성취 기준 </a:t>
                      </a:r>
                      <a:endParaRPr lang="ko-KR" altLang="en-US" sz="9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성취기준별 성취수준 </a:t>
                      </a:r>
                      <a:endParaRPr lang="ko-KR" altLang="en-US" sz="9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554235"/>
                  </a:ext>
                </a:extLst>
              </a:tr>
              <a:tr h="259717">
                <a:tc rowSpan="3" gridSpan="3">
                  <a:txBody>
                    <a:bodyPr/>
                    <a:lstStyle/>
                    <a:p>
                      <a:pPr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03-03]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교실 및 생활 주변에서 여러 가지 물건을 관찰하여 삼각형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원의 모양을 찾고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이를 이용하여 여러 가지 모양을 만들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9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en-US" sz="9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주변 물건을 삼각형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원의 모양으로 분류하여 특징을 말하고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모양들을 이용하여 여러 가지 모양을 만들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566281"/>
                  </a:ext>
                </a:extLst>
              </a:tr>
              <a:tr h="20953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주변 물건에서 삼각형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원의 모양을 찾고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모양들을 이용하여 여러 가지 모양을 만들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161778"/>
                  </a:ext>
                </a:extLst>
              </a:tr>
              <a:tr h="50057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lang="en-US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주어진 물건에서 삼각형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사각형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원의 모양을 찾고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이용하여 간단한 모양을 만들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671382"/>
                  </a:ext>
                </a:extLst>
              </a:tr>
              <a:tr h="375432">
                <a:tc rowSpan="3" gridSpan="3">
                  <a:txBody>
                    <a:bodyPr/>
                    <a:lstStyle/>
                    <a:p>
                      <a:pPr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01-06]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 자리 수의 범위에서 덧셈과 뺄셈의 계산 원리를 이해하고 그 계산을 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en-US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 자리 수의 범위에서 덧셈과 뺄셈을 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계산 원리를 말할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dirty="0"/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102207"/>
                  </a:ext>
                </a:extLst>
              </a:tr>
              <a:tr h="25028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 자리 수의 범위에서 덧셈과 뺄셈의 계산 원리를 이해하고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계산을 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dirty="0"/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95446"/>
                  </a:ext>
                </a:extLst>
              </a:tr>
              <a:tr h="12514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lang="en-US" altLang="ko-KR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안내된 절차에 따라 두 자리 수의 범위에서 간단한 덧셈과 뺄셈을 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049024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A2754FD-D57C-41BB-956D-67E8ED718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125244"/>
              </p:ext>
            </p:extLst>
          </p:nvPr>
        </p:nvGraphicFramePr>
        <p:xfrm>
          <a:off x="784114" y="6139124"/>
          <a:ext cx="10403633" cy="677493"/>
        </p:xfrm>
        <a:graphic>
          <a:graphicData uri="http://schemas.openxmlformats.org/drawingml/2006/table">
            <a:tbl>
              <a:tblPr/>
              <a:tblGrid>
                <a:gridCol w="1261659">
                  <a:extLst>
                    <a:ext uri="{9D8B030D-6E8A-4147-A177-3AD203B41FA5}">
                      <a16:colId xmlns:a16="http://schemas.microsoft.com/office/drawing/2014/main" val="3085693971"/>
                    </a:ext>
                  </a:extLst>
                </a:gridCol>
                <a:gridCol w="9141974">
                  <a:extLst>
                    <a:ext uri="{9D8B030D-6E8A-4147-A177-3AD203B41FA5}">
                      <a16:colId xmlns:a16="http://schemas.microsoft.com/office/drawing/2014/main" val="455847386"/>
                    </a:ext>
                  </a:extLst>
                </a:gridCol>
              </a:tblGrid>
              <a:tr h="20953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 요소 </a:t>
                      </a:r>
                      <a:endParaRPr lang="ko-KR" altLang="en-US" sz="9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⋅평면도형과 그 구성 요소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⋅두 자리 수 범위의 덧셈과 뺄셈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486442"/>
                  </a:ext>
                </a:extLst>
              </a:tr>
              <a:tr h="20953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차시 주제</a:t>
                      </a:r>
                      <a:endParaRPr lang="ko-KR" altLang="en-US" sz="9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알록달록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학교 담장 색칠하기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15065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407689-1441-45CB-A1D7-6C3FFBCD5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030090"/>
              </p:ext>
            </p:extLst>
          </p:nvPr>
        </p:nvGraphicFramePr>
        <p:xfrm>
          <a:off x="784114" y="5167077"/>
          <a:ext cx="10403633" cy="956370"/>
        </p:xfrm>
        <a:graphic>
          <a:graphicData uri="http://schemas.openxmlformats.org/drawingml/2006/table">
            <a:tbl>
              <a:tblPr/>
              <a:tblGrid>
                <a:gridCol w="5193274">
                  <a:extLst>
                    <a:ext uri="{9D8B030D-6E8A-4147-A177-3AD203B41FA5}">
                      <a16:colId xmlns:a16="http://schemas.microsoft.com/office/drawing/2014/main" val="1593509200"/>
                    </a:ext>
                  </a:extLst>
                </a:gridCol>
                <a:gridCol w="660477">
                  <a:extLst>
                    <a:ext uri="{9D8B030D-6E8A-4147-A177-3AD203B41FA5}">
                      <a16:colId xmlns:a16="http://schemas.microsoft.com/office/drawing/2014/main" val="3572564867"/>
                    </a:ext>
                  </a:extLst>
                </a:gridCol>
                <a:gridCol w="4549882">
                  <a:extLst>
                    <a:ext uri="{9D8B030D-6E8A-4147-A177-3AD203B41FA5}">
                      <a16:colId xmlns:a16="http://schemas.microsoft.com/office/drawing/2014/main" val="1325662043"/>
                    </a:ext>
                  </a:extLst>
                </a:gridCol>
              </a:tblGrid>
              <a:tr h="375432">
                <a:tc rowSpan="3">
                  <a:txBody>
                    <a:bodyPr/>
                    <a:lstStyle/>
                    <a:p>
                      <a:pPr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01-08]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 자리 수의 범위에서 세 수의 덧셈과 뺄셈을 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en-US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 자리 수의 범위에서 세 수의 덧셈과 뺄셈을 계산하고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방법을 말할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386372"/>
                  </a:ext>
                </a:extLst>
              </a:tr>
              <a:tr h="2502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 자리 수의 범위에서 세 수의 덧셈과 뺄셈을 계산할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947680"/>
                  </a:ext>
                </a:extLst>
              </a:tr>
              <a:tr h="1251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pc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lang="en-US" altLang="ko-KR" sz="10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DAE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안내된 절차에 따라 두 자리 수의 범위에서 간단한 세 수의 덧셈과 뺄셈을 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421" marR="46421" marT="12925" marB="12925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979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66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6307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694743" cy="254707"/>
          </a:xfrm>
        </p:spPr>
        <p:txBody>
          <a:bodyPr/>
          <a:lstStyle/>
          <a:p>
            <a:r>
              <a:rPr lang="en-US" altLang="ko-KR" dirty="0"/>
              <a:t>0. UI</a:t>
            </a:r>
            <a:r>
              <a:rPr lang="ko-KR" altLang="en-US" dirty="0"/>
              <a:t>설명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8820"/>
              </p:ext>
            </p:extLst>
          </p:nvPr>
        </p:nvGraphicFramePr>
        <p:xfrm>
          <a:off x="7675178" y="2694472"/>
          <a:ext cx="4449042" cy="2794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714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371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목록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소리 조절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차시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소리 조절 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3714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활동 단계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안내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진행의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단계를 상단에 표기함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371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주제 안내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주제 안내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71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세부 활동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단계 안내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문제 진행률 게이지 바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71468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>목표 </a:t>
                      </a:r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및 전환 버튼</a:t>
                      </a:r>
                      <a:r>
                        <a:rPr lang="en-US" altLang="ko-KR" sz="1050" dirty="0"/>
                        <a:t>: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화면 하단 중앙에 </a:t>
                      </a:r>
                      <a:r>
                        <a:rPr lang="en-US" altLang="ko-KR" sz="1050" b="1" dirty="0"/>
                        <a:t>[</a:t>
                      </a:r>
                      <a:r>
                        <a:rPr lang="ko-KR" altLang="en-US" sz="1050" b="1" dirty="0"/>
                        <a:t>모양과 덧셈의 힘으로 담장 색칠하기</a:t>
                      </a:r>
                      <a:r>
                        <a:rPr lang="en-US" altLang="ko-KR" sz="1050" b="1" dirty="0"/>
                        <a:t>!]</a:t>
                      </a:r>
                      <a:r>
                        <a:rPr lang="ko-KR" altLang="en-US" sz="1050" dirty="0"/>
                        <a:t> 버튼 배치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/>
                        <a:t>버튼 활성화 시 반짝이는 </a:t>
                      </a:r>
                      <a:r>
                        <a:rPr lang="ko-KR" altLang="en-US" sz="1050" dirty="0" err="1"/>
                        <a:t>글로우</a:t>
                      </a:r>
                      <a:r>
                        <a:rPr lang="en-US" altLang="ko-KR" sz="1050" dirty="0"/>
                        <a:t>(Glow) </a:t>
                      </a:r>
                      <a:r>
                        <a:rPr lang="ko-KR" altLang="en-US" sz="1050" dirty="0"/>
                        <a:t>이펙트 적용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터치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클릭 시 활동</a:t>
                      </a:r>
                      <a:r>
                        <a:rPr lang="en-US" altLang="ko-KR" sz="1050" dirty="0"/>
                        <a:t>2 </a:t>
                      </a:r>
                      <a:r>
                        <a:rPr lang="ko-KR" altLang="en-US" sz="1050" dirty="0"/>
                        <a:t>화면으로 부드럽게 </a:t>
                      </a:r>
                      <a:r>
                        <a:rPr lang="ko-KR" altLang="en-US" sz="1050" dirty="0" err="1"/>
                        <a:t>트랜지션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962064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/>
        </p:nvGraphicFramePr>
        <p:xfrm>
          <a:off x="7675178" y="1251914"/>
          <a:ext cx="4449041" cy="14150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2752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1139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전체적인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UI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별도 개발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X)</a:t>
                      </a:r>
                    </a:p>
                    <a:p>
                      <a:pPr algn="l" latinLnBrk="1"/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상단의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UI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는 모든 화면의 상단에 반복적으로 적용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sp>
        <p:nvSpPr>
          <p:cNvPr id="49" name="타원 48">
            <a:extLst>
              <a:ext uri="{FF2B5EF4-FFF2-40B4-BE49-F238E27FC236}">
                <a16:creationId xmlns:a16="http://schemas.microsoft.com/office/drawing/2014/main" id="{FA2B62D8-B8D7-41EA-8903-A2ADE0CBF30D}"/>
              </a:ext>
            </a:extLst>
          </p:cNvPr>
          <p:cNvSpPr/>
          <p:nvPr/>
        </p:nvSpPr>
        <p:spPr>
          <a:xfrm>
            <a:off x="1390189" y="1211067"/>
            <a:ext cx="354333" cy="381374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D1C08FCB-F448-46FA-A3F8-99F5E46B6A96}"/>
              </a:ext>
            </a:extLst>
          </p:cNvPr>
          <p:cNvSpPr/>
          <p:nvPr/>
        </p:nvSpPr>
        <p:spPr>
          <a:xfrm>
            <a:off x="2200065" y="1151984"/>
            <a:ext cx="354333" cy="3826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2852020D-2E11-41CA-B920-5C370A051D0D}"/>
              </a:ext>
            </a:extLst>
          </p:cNvPr>
          <p:cNvSpPr/>
          <p:nvPr/>
        </p:nvSpPr>
        <p:spPr>
          <a:xfrm>
            <a:off x="3521435" y="1183916"/>
            <a:ext cx="354333" cy="3826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685052-63A1-4877-B648-B60C88C0EAC3}"/>
              </a:ext>
            </a:extLst>
          </p:cNvPr>
          <p:cNvSpPr txBox="1"/>
          <p:nvPr/>
        </p:nvSpPr>
        <p:spPr>
          <a:xfrm>
            <a:off x="3190457" y="1668833"/>
            <a:ext cx="13263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와글와글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운동회를 </a:t>
            </a:r>
            <a:r>
              <a:rPr lang="ko-KR" altLang="en-US" sz="800" b="1" dirty="0" err="1">
                <a:solidFill>
                  <a:schemeClr val="bg1"/>
                </a:solidFill>
              </a:rPr>
              <a:t>도와요</a:t>
            </a:r>
            <a:r>
              <a:rPr lang="en-US" altLang="ko-KR" sz="800" b="1" dirty="0">
                <a:solidFill>
                  <a:schemeClr val="bg1"/>
                </a:solidFill>
              </a:rPr>
              <a:t>!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AF89098-0E32-4DCD-9D7C-99BA117A5D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534" b="9513"/>
          <a:stretch/>
        </p:blipFill>
        <p:spPr>
          <a:xfrm>
            <a:off x="1138803" y="1605616"/>
            <a:ext cx="5119599" cy="26227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BC0A3FF-75C8-4B4F-8DCB-4C976B406D73}"/>
              </a:ext>
            </a:extLst>
          </p:cNvPr>
          <p:cNvSpPr txBox="1"/>
          <p:nvPr/>
        </p:nvSpPr>
        <p:spPr>
          <a:xfrm>
            <a:off x="1968446" y="1605616"/>
            <a:ext cx="9396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accent4"/>
                </a:solidFill>
              </a:rPr>
              <a:t>수리가 필요해요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AAA9F7-2D80-4903-B03A-BAF5D8AC1C3D}"/>
              </a:ext>
            </a:extLst>
          </p:cNvPr>
          <p:cNvSpPr txBox="1"/>
          <p:nvPr/>
        </p:nvSpPr>
        <p:spPr>
          <a:xfrm>
            <a:off x="2872473" y="1622035"/>
            <a:ext cx="1710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알록달록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학교 담장 색칠하기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F578950C-553F-4A0A-A589-EBF95FF34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57" y="1881061"/>
            <a:ext cx="5114911" cy="353383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95B43A1-E152-49EC-B37D-3DF0B05D4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789" y="4625139"/>
            <a:ext cx="2319867" cy="437241"/>
          </a:xfrm>
          <a:prstGeom prst="rect">
            <a:avLst/>
          </a:prstGeom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20DD9974-FAB1-4863-BEA4-BA39C122D4FD}"/>
              </a:ext>
            </a:extLst>
          </p:cNvPr>
          <p:cNvSpPr/>
          <p:nvPr/>
        </p:nvSpPr>
        <p:spPr>
          <a:xfrm>
            <a:off x="2268456" y="4608748"/>
            <a:ext cx="354333" cy="3826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C16A40-D3C2-48AB-980B-51BE5092802E}"/>
              </a:ext>
            </a:extLst>
          </p:cNvPr>
          <p:cNvSpPr txBox="1"/>
          <p:nvPr/>
        </p:nvSpPr>
        <p:spPr>
          <a:xfrm>
            <a:off x="2794360" y="4736037"/>
            <a:ext cx="1976724" cy="215444"/>
          </a:xfrm>
          <a:prstGeom prst="rect">
            <a:avLst/>
          </a:prstGeom>
          <a:solidFill>
            <a:srgbClr val="F8FA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모양과 덧셈의 힘으로 담장 색칠하기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0EFD367-3B51-4F80-9E9A-B8D4B37AC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482" y="1629869"/>
            <a:ext cx="1122028" cy="2137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BA85950-399E-4088-9003-1262FA6E3D0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354" t="31996" r="26247" b="35552"/>
          <a:stretch/>
        </p:blipFill>
        <p:spPr>
          <a:xfrm>
            <a:off x="1155657" y="1664932"/>
            <a:ext cx="588865" cy="151462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03635F58-66D2-4498-934E-BA717C788F51}"/>
              </a:ext>
            </a:extLst>
          </p:cNvPr>
          <p:cNvSpPr/>
          <p:nvPr/>
        </p:nvSpPr>
        <p:spPr>
          <a:xfrm>
            <a:off x="5187077" y="1227684"/>
            <a:ext cx="354333" cy="38267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87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5" name="텍스트 개체 틀 3">
            <a:extLst>
              <a:ext uri="{FF2B5EF4-FFF2-40B4-BE49-F238E27FC236}">
                <a16:creationId xmlns:a16="http://schemas.microsoft.com/office/drawing/2014/main" id="{AD0139F1-D246-4418-95AC-FE35C5555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0" y="856314"/>
            <a:ext cx="1455169" cy="254707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도입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B1671AE0-EE48-457F-83D4-5DB4D51AAD6E}"/>
              </a:ext>
            </a:extLst>
          </p:cNvPr>
          <p:cNvSpPr txBox="1">
            <a:spLocks/>
          </p:cNvSpPr>
          <p:nvPr/>
        </p:nvSpPr>
        <p:spPr>
          <a:xfrm>
            <a:off x="7756748" y="2963174"/>
            <a:ext cx="4087320" cy="247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accent5"/>
                </a:solidFill>
                <a:latin typeface="Yu Gothic UI Semibold" panose="020B0700000000000000" pitchFamily="34" charset="-128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1.</a:t>
            </a:r>
            <a:r>
              <a:rPr lang="ko-KR" altLang="en-US" sz="2400" dirty="0"/>
              <a:t>도입</a:t>
            </a:r>
            <a:endParaRPr lang="en-US" altLang="ko-KR" sz="2400" dirty="0"/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본 장면은 활동 구분과 상단</a:t>
            </a:r>
            <a:r>
              <a:rPr lang="en-US" altLang="ko-KR" sz="2400" dirty="0"/>
              <a:t>UI </a:t>
            </a:r>
            <a:r>
              <a:rPr lang="ko-KR" altLang="en-US" sz="2400" dirty="0"/>
              <a:t>변경을 위한 것으로 별도 개발</a:t>
            </a:r>
            <a:r>
              <a:rPr lang="en-US" altLang="ko-KR" sz="2400" dirty="0"/>
              <a:t>X)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8FE24B-5205-4739-BD80-350AE2E6B4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534" b="9513"/>
          <a:stretch/>
        </p:blipFill>
        <p:spPr>
          <a:xfrm>
            <a:off x="1147144" y="2616738"/>
            <a:ext cx="5119599" cy="262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B67500-D0F0-4633-9EED-1D1AA84466EB}"/>
              </a:ext>
            </a:extLst>
          </p:cNvPr>
          <p:cNvSpPr txBox="1"/>
          <p:nvPr/>
        </p:nvSpPr>
        <p:spPr>
          <a:xfrm>
            <a:off x="2063345" y="2624397"/>
            <a:ext cx="603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>
                <a:solidFill>
                  <a:schemeClr val="accent4"/>
                </a:solidFill>
              </a:rPr>
              <a:t>수리력</a:t>
            </a:r>
            <a:r>
              <a:rPr lang="ko-KR" altLang="en-US" sz="800" b="1" dirty="0">
                <a:solidFill>
                  <a:schemeClr val="accent4"/>
                </a:solidFill>
              </a:rPr>
              <a:t> </a:t>
            </a:r>
            <a:r>
              <a:rPr lang="en-US" altLang="ko-KR" sz="800" b="1" dirty="0">
                <a:solidFill>
                  <a:schemeClr val="accent4"/>
                </a:solidFill>
              </a:rPr>
              <a:t>+</a:t>
            </a:r>
            <a:endParaRPr lang="ko-KR" altLang="en-US" sz="800" b="1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6139E-6721-4439-A499-C959316DB965}"/>
              </a:ext>
            </a:extLst>
          </p:cNvPr>
          <p:cNvSpPr txBox="1"/>
          <p:nvPr/>
        </p:nvSpPr>
        <p:spPr>
          <a:xfrm>
            <a:off x="2874044" y="2616980"/>
            <a:ext cx="1710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알록달록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학교 담장 색칠하기</a:t>
            </a: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23B92FE6-BAF0-4638-8035-0FFC9AE4EA64}"/>
              </a:ext>
            </a:extLst>
          </p:cNvPr>
          <p:cNvSpPr/>
          <p:nvPr/>
        </p:nvSpPr>
        <p:spPr>
          <a:xfrm rot="20957324">
            <a:off x="1240489" y="1891651"/>
            <a:ext cx="225984" cy="5952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C3ECC-E62F-4F8E-88AF-9F8EEF7C777F}"/>
              </a:ext>
            </a:extLst>
          </p:cNvPr>
          <p:cNvSpPr txBox="1"/>
          <p:nvPr/>
        </p:nvSpPr>
        <p:spPr>
          <a:xfrm>
            <a:off x="218289" y="1506503"/>
            <a:ext cx="4293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수리력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로 상단 </a:t>
            </a:r>
            <a:r>
              <a:rPr lang="en-US" altLang="ko-KR" dirty="0"/>
              <a:t>UI</a:t>
            </a:r>
            <a:r>
              <a:rPr lang="ko-KR" altLang="en-US" dirty="0"/>
              <a:t>변경하여 이후 적용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7AD6FC8-B0A7-4406-AFF5-9E486C4BD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26" y="2879222"/>
            <a:ext cx="5114911" cy="353383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8965B14-B971-46AB-A425-E16B8812C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35" y="2619511"/>
            <a:ext cx="1122028" cy="2137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5DAA280-588A-4C6C-BE71-9D3204BE3D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54" t="31996" r="26247" b="35552"/>
          <a:stretch/>
        </p:blipFill>
        <p:spPr>
          <a:xfrm>
            <a:off x="1159826" y="2655965"/>
            <a:ext cx="588865" cy="1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도입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541153"/>
              </p:ext>
            </p:extLst>
          </p:nvPr>
        </p:nvGraphicFramePr>
        <p:xfrm>
          <a:off x="7675178" y="2425093"/>
          <a:ext cx="4449042" cy="3182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타이틀 글씨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타이틀 글씨 등장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차시 문제로 이동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UI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효과음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담장 고치는 소리 </a:t>
                      </a:r>
                      <a:r>
                        <a:rPr lang="en-US" altLang="ko-KR" sz="1050" dirty="0"/>
                        <a:t>– </a:t>
                      </a:r>
                      <a:r>
                        <a:rPr lang="ko-KR" altLang="en-US" sz="1050" dirty="0"/>
                        <a:t>예</a:t>
                      </a:r>
                      <a:r>
                        <a:rPr lang="en-US" altLang="ko-KR" sz="1050" dirty="0"/>
                        <a:t>) </a:t>
                      </a:r>
                      <a:r>
                        <a:rPr lang="ko-KR" altLang="en-US" sz="1050" dirty="0"/>
                        <a:t>뚝딱뚝딱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대화창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전개 후 삭제한 다음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② 순으로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대화창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및 오디오 송출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717708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주인공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주인공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828935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>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문제 화면으로 이동 </a:t>
                      </a:r>
                      <a:r>
                        <a:rPr lang="en-US" altLang="ko-KR" sz="1050" dirty="0"/>
                        <a:t>UI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474365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469606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846998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문제 상황 도입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공사중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학교 담장이 무너지고 벽화를 새로 그려야 할 상황 제시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230B0107-F01B-4E3F-AFCE-CA84C5FEDB32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43580FFA-35D4-4A88-B043-3F2871447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92" y="3135794"/>
            <a:ext cx="8378432" cy="256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32" name="그림 131">
            <a:extLst>
              <a:ext uri="{FF2B5EF4-FFF2-40B4-BE49-F238E27FC236}">
                <a16:creationId xmlns:a16="http://schemas.microsoft.com/office/drawing/2014/main" id="{1F77DDA1-D88C-4BB9-AAFA-9393992BB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88" y="1021897"/>
            <a:ext cx="3500763" cy="2723802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7E01368F-58F7-4DFE-A431-A5F0D210E123}"/>
              </a:ext>
            </a:extLst>
          </p:cNvPr>
          <p:cNvSpPr txBox="1"/>
          <p:nvPr/>
        </p:nvSpPr>
        <p:spPr>
          <a:xfrm>
            <a:off x="5130800" y="29732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0CE40286-CA84-44AB-B76F-E2A5C14624D3}"/>
              </a:ext>
            </a:extLst>
          </p:cNvPr>
          <p:cNvSpPr/>
          <p:nvPr/>
        </p:nvSpPr>
        <p:spPr>
          <a:xfrm>
            <a:off x="4465818" y="1569167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576CD7D-5E73-4325-94F8-225FE4205387}"/>
              </a:ext>
            </a:extLst>
          </p:cNvPr>
          <p:cNvSpPr txBox="1"/>
          <p:nvPr/>
        </p:nvSpPr>
        <p:spPr>
          <a:xfrm>
            <a:off x="4700219" y="1893665"/>
            <a:ext cx="219483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알록달록</a:t>
            </a:r>
            <a:r>
              <a:rPr lang="en-US" altLang="ko-KR" dirty="0"/>
              <a:t>,</a:t>
            </a:r>
          </a:p>
          <a:p>
            <a:pPr algn="ctr"/>
            <a:r>
              <a:rPr lang="ko-KR" altLang="en-US" dirty="0"/>
              <a:t>학교 담장 색칠하기</a:t>
            </a: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0C65083F-95CC-4528-8787-C1E6AE24E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668" y="2806843"/>
            <a:ext cx="1785902" cy="336601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ABF0D6E1-4971-44BA-912B-60C546E00C29}"/>
              </a:ext>
            </a:extLst>
          </p:cNvPr>
          <p:cNvSpPr txBox="1"/>
          <p:nvPr/>
        </p:nvSpPr>
        <p:spPr>
          <a:xfrm>
            <a:off x="5130800" y="2824135"/>
            <a:ext cx="1449242" cy="276999"/>
          </a:xfrm>
          <a:prstGeom prst="rect">
            <a:avLst/>
          </a:prstGeom>
          <a:solidFill>
            <a:srgbClr val="F8FA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시작하기</a:t>
            </a: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4987DB9F-0B84-4D85-9446-17883D3B12D3}"/>
              </a:ext>
            </a:extLst>
          </p:cNvPr>
          <p:cNvSpPr/>
          <p:nvPr/>
        </p:nvSpPr>
        <p:spPr>
          <a:xfrm>
            <a:off x="4646956" y="276029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378FE7-39E7-489F-9132-7084C5CCD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011" y="3993280"/>
            <a:ext cx="3509230" cy="2680570"/>
          </a:xfrm>
          <a:prstGeom prst="rect">
            <a:avLst/>
          </a:prstGeom>
        </p:spPr>
      </p:pic>
      <p:sp>
        <p:nvSpPr>
          <p:cNvPr id="46" name="말풍선: 사각형 67">
            <a:extLst>
              <a:ext uri="{FF2B5EF4-FFF2-40B4-BE49-F238E27FC236}">
                <a16:creationId xmlns:a16="http://schemas.microsoft.com/office/drawing/2014/main" id="{96A05398-9C96-46CD-8126-D4916424FA5C}"/>
              </a:ext>
            </a:extLst>
          </p:cNvPr>
          <p:cNvSpPr/>
          <p:nvPr/>
        </p:nvSpPr>
        <p:spPr>
          <a:xfrm>
            <a:off x="4066304" y="4236247"/>
            <a:ext cx="1809025" cy="802561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① 휴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담장은 다 고쳤어요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② 그런데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벽화는 못 </a:t>
            </a:r>
            <a:r>
              <a:rPr lang="ko-KR" altLang="en-US" sz="1100" dirty="0" err="1">
                <a:solidFill>
                  <a:schemeClr val="tx1"/>
                </a:solidFill>
              </a:rPr>
              <a:t>그리겠어요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누가 도와줘요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208DD23-FC57-4B36-94C4-A67808AAE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3" y="4069925"/>
            <a:ext cx="3663761" cy="2533148"/>
          </a:xfrm>
          <a:prstGeom prst="rect">
            <a:avLst/>
          </a:prstGeom>
        </p:spPr>
      </p:pic>
      <p:sp>
        <p:nvSpPr>
          <p:cNvPr id="49" name="말풍선: 사각형 67">
            <a:extLst>
              <a:ext uri="{FF2B5EF4-FFF2-40B4-BE49-F238E27FC236}">
                <a16:creationId xmlns:a16="http://schemas.microsoft.com/office/drawing/2014/main" id="{E0F82A10-8EEB-49C4-99ED-0054EB305E8E}"/>
              </a:ext>
            </a:extLst>
          </p:cNvPr>
          <p:cNvSpPr/>
          <p:nvPr/>
        </p:nvSpPr>
        <p:spPr>
          <a:xfrm>
            <a:off x="114657" y="4356797"/>
            <a:ext cx="1557717" cy="632719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공사 중에 실수로 담장을 무너뜨렸어요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죄송합니다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BD0077C0-EF68-45CC-A59E-79E67C3D23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263" t="7974" r="26035" b="7022"/>
          <a:stretch/>
        </p:blipFill>
        <p:spPr>
          <a:xfrm flipH="1">
            <a:off x="161707" y="5122912"/>
            <a:ext cx="1108309" cy="1196503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E84B87E-1D53-40B6-8BF5-4B3AFBA1B8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263" t="7974" r="26035" b="7022"/>
          <a:stretch/>
        </p:blipFill>
        <p:spPr>
          <a:xfrm flipH="1">
            <a:off x="4035190" y="5151990"/>
            <a:ext cx="1094122" cy="11811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CAFEDAB-B799-4F31-BA4A-8EED1902C5B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635" t="7248" r="17419" b="6958"/>
          <a:stretch/>
        </p:blipFill>
        <p:spPr>
          <a:xfrm>
            <a:off x="6235000" y="5360949"/>
            <a:ext cx="1133894" cy="103936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011A4BC2-C01D-4D76-A81D-C91E9B3B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818" y="6163512"/>
            <a:ext cx="1785902" cy="33660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215980B-A08D-4421-8449-F8B04B100053}"/>
              </a:ext>
            </a:extLst>
          </p:cNvPr>
          <p:cNvSpPr txBox="1"/>
          <p:nvPr/>
        </p:nvSpPr>
        <p:spPr>
          <a:xfrm>
            <a:off x="4642422" y="6180915"/>
            <a:ext cx="1884620" cy="276999"/>
          </a:xfrm>
          <a:prstGeom prst="rect">
            <a:avLst/>
          </a:prstGeom>
          <a:solidFill>
            <a:srgbClr val="F8FA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모양의 힘으로 색칠하기</a:t>
            </a:r>
          </a:p>
        </p:txBody>
      </p:sp>
      <p:sp>
        <p:nvSpPr>
          <p:cNvPr id="62" name="말풍선: 사각형 67">
            <a:extLst>
              <a:ext uri="{FF2B5EF4-FFF2-40B4-BE49-F238E27FC236}">
                <a16:creationId xmlns:a16="http://schemas.microsoft.com/office/drawing/2014/main" id="{348B9ABA-6E21-4A44-9F80-380B9A1287F8}"/>
              </a:ext>
            </a:extLst>
          </p:cNvPr>
          <p:cNvSpPr/>
          <p:nvPr/>
        </p:nvSpPr>
        <p:spPr>
          <a:xfrm>
            <a:off x="6084266" y="4653893"/>
            <a:ext cx="1494992" cy="462862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저희가 </a:t>
            </a:r>
            <a:r>
              <a:rPr lang="ko-KR" altLang="en-US" sz="1100" dirty="0" err="1">
                <a:solidFill>
                  <a:schemeClr val="tx1"/>
                </a:solidFill>
              </a:rPr>
              <a:t>도와드릴게요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0BC587F-AE7A-4003-838F-CED826967ED0}"/>
              </a:ext>
            </a:extLst>
          </p:cNvPr>
          <p:cNvSpPr/>
          <p:nvPr/>
        </p:nvSpPr>
        <p:spPr>
          <a:xfrm>
            <a:off x="1235469" y="5051745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EE624422-B2D8-4B0B-95DB-CF5F0828FD2F}"/>
              </a:ext>
            </a:extLst>
          </p:cNvPr>
          <p:cNvSpPr/>
          <p:nvPr/>
        </p:nvSpPr>
        <p:spPr>
          <a:xfrm>
            <a:off x="2542675" y="6317004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738C0E0-98B6-4006-B0C7-F059ACCD3280}"/>
              </a:ext>
            </a:extLst>
          </p:cNvPr>
          <p:cNvSpPr/>
          <p:nvPr/>
        </p:nvSpPr>
        <p:spPr>
          <a:xfrm>
            <a:off x="6572246" y="4399999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56DB90EA-8F7E-4BA9-9F04-30B1E3B2D742}"/>
              </a:ext>
            </a:extLst>
          </p:cNvPr>
          <p:cNvSpPr/>
          <p:nvPr/>
        </p:nvSpPr>
        <p:spPr>
          <a:xfrm>
            <a:off x="5053167" y="5818098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947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5" name="텍스트 개체 틀 3">
            <a:extLst>
              <a:ext uri="{FF2B5EF4-FFF2-40B4-BE49-F238E27FC236}">
                <a16:creationId xmlns:a16="http://schemas.microsoft.com/office/drawing/2014/main" id="{AD0139F1-D246-4418-95AC-FE35C5555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0" y="856314"/>
            <a:ext cx="1455169" cy="254707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수리가 필요해요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B1671AE0-EE48-457F-83D4-5DB4D51AAD6E}"/>
              </a:ext>
            </a:extLst>
          </p:cNvPr>
          <p:cNvSpPr txBox="1">
            <a:spLocks/>
          </p:cNvSpPr>
          <p:nvPr/>
        </p:nvSpPr>
        <p:spPr>
          <a:xfrm>
            <a:off x="7756748" y="2963174"/>
            <a:ext cx="4087320" cy="247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accent5"/>
                </a:solidFill>
                <a:latin typeface="Yu Gothic UI Semibold" panose="020B0700000000000000" pitchFamily="34" charset="-128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2. </a:t>
            </a:r>
            <a:r>
              <a:rPr lang="ko-KR" altLang="en-US" sz="2400" dirty="0"/>
              <a:t>수리가 필요해요 </a:t>
            </a:r>
            <a:r>
              <a:rPr lang="en-US" altLang="ko-KR" sz="2400" dirty="0"/>
              <a:t>1</a:t>
            </a:r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본 장면은 활동 구분과 상단</a:t>
            </a:r>
            <a:r>
              <a:rPr lang="en-US" altLang="ko-KR" sz="2400" dirty="0"/>
              <a:t>UI </a:t>
            </a:r>
            <a:r>
              <a:rPr lang="ko-KR" altLang="en-US" sz="2400" dirty="0"/>
              <a:t>변경을 위한 것으로 별도 개발</a:t>
            </a:r>
            <a:r>
              <a:rPr lang="en-US" altLang="ko-KR" sz="2400" dirty="0"/>
              <a:t>X)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8FE24B-5205-4739-BD80-350AE2E6B4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534" b="9513"/>
          <a:stretch/>
        </p:blipFill>
        <p:spPr>
          <a:xfrm>
            <a:off x="1147144" y="2616738"/>
            <a:ext cx="5119599" cy="262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B67500-D0F0-4633-9EED-1D1AA84466EB}"/>
              </a:ext>
            </a:extLst>
          </p:cNvPr>
          <p:cNvSpPr txBox="1"/>
          <p:nvPr/>
        </p:nvSpPr>
        <p:spPr>
          <a:xfrm>
            <a:off x="1925332" y="2640550"/>
            <a:ext cx="10358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accent4"/>
                </a:solidFill>
              </a:rPr>
              <a:t>수리가 필요해요 </a:t>
            </a:r>
            <a:r>
              <a:rPr lang="en-US" altLang="ko-KR" sz="800" b="1" dirty="0">
                <a:solidFill>
                  <a:schemeClr val="accent4"/>
                </a:solidFill>
              </a:rPr>
              <a:t>1</a:t>
            </a:r>
            <a:endParaRPr lang="ko-KR" altLang="en-US" sz="800" b="1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6139E-6721-4439-A499-C959316DB965}"/>
              </a:ext>
            </a:extLst>
          </p:cNvPr>
          <p:cNvSpPr txBox="1"/>
          <p:nvPr/>
        </p:nvSpPr>
        <p:spPr>
          <a:xfrm>
            <a:off x="2874044" y="2616980"/>
            <a:ext cx="1710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알록달록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학교 담장 색칠하기</a:t>
            </a: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23B92FE6-BAF0-4638-8035-0FFC9AE4EA64}"/>
              </a:ext>
            </a:extLst>
          </p:cNvPr>
          <p:cNvSpPr/>
          <p:nvPr/>
        </p:nvSpPr>
        <p:spPr>
          <a:xfrm rot="20957324">
            <a:off x="2330270" y="1954677"/>
            <a:ext cx="225984" cy="5952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C3ECC-E62F-4F8E-88AF-9F8EEF7C777F}"/>
              </a:ext>
            </a:extLst>
          </p:cNvPr>
          <p:cNvSpPr txBox="1"/>
          <p:nvPr/>
        </p:nvSpPr>
        <p:spPr>
          <a:xfrm>
            <a:off x="218289" y="1506503"/>
            <a:ext cx="5134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수리가 필요해요 </a:t>
            </a:r>
            <a:r>
              <a:rPr lang="en-US" altLang="ko-KR" dirty="0"/>
              <a:t>1</a:t>
            </a:r>
            <a:r>
              <a:rPr lang="ko-KR" altLang="en-US" dirty="0"/>
              <a:t>로 상단 </a:t>
            </a:r>
            <a:r>
              <a:rPr lang="en-US" altLang="ko-KR" dirty="0"/>
              <a:t>UI</a:t>
            </a:r>
            <a:r>
              <a:rPr lang="ko-KR" altLang="en-US" dirty="0"/>
              <a:t>변경하여 이후 적용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7AD6FC8-B0A7-4406-AFF5-9E486C4BD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26" y="2879222"/>
            <a:ext cx="5114911" cy="353383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3023489-601E-4EBD-9C29-4FF8FB92A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754" y="2619511"/>
            <a:ext cx="1122028" cy="2137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D42E0F3-EEBB-4520-A938-8818256FE7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54" t="31996" r="26247" b="35552"/>
          <a:stretch/>
        </p:blipFill>
        <p:spPr>
          <a:xfrm>
            <a:off x="1187145" y="2655965"/>
            <a:ext cx="588865" cy="1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1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082685"/>
              </p:ext>
            </p:extLst>
          </p:nvPr>
        </p:nvGraphicFramePr>
        <p:xfrm>
          <a:off x="7675178" y="2425093"/>
          <a:ext cx="4449042" cy="3353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주인공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주인공 오디오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혼잣말 느낌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교사 등장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및 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교사 등장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교사 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교사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교사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주인공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주인공 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모양을 찾아 봅시다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589204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입력창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클릭 방식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알맞지 않은 곳을 누르면 오답 효과음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-(3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번 오답인 경우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숫자가 정답인 모양이 뜸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62158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딩동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정답입니다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.” /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O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774384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92990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모양을 생활 속에서 찾음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230B0107-F01B-4E3F-AFCE-CA84C5FEDB32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CC71846-B66E-47E3-A942-7F193934E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8" y="1331315"/>
            <a:ext cx="3548096" cy="2453175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4E1A1BC-5192-493F-933C-12B7F340B1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5" t="7248" r="17419" b="6958"/>
          <a:stretch/>
        </p:blipFill>
        <p:spPr>
          <a:xfrm>
            <a:off x="2400579" y="2573181"/>
            <a:ext cx="1133894" cy="1039363"/>
          </a:xfrm>
          <a:prstGeom prst="rect">
            <a:avLst/>
          </a:prstGeom>
        </p:spPr>
      </p:pic>
      <p:sp>
        <p:nvSpPr>
          <p:cNvPr id="61" name="말풍선: 사각형 67">
            <a:extLst>
              <a:ext uri="{FF2B5EF4-FFF2-40B4-BE49-F238E27FC236}">
                <a16:creationId xmlns:a16="http://schemas.microsoft.com/office/drawing/2014/main" id="{786AA893-A1E3-4E38-B5CF-5318191B1AA2}"/>
              </a:ext>
            </a:extLst>
          </p:cNvPr>
          <p:cNvSpPr/>
          <p:nvPr/>
        </p:nvSpPr>
        <p:spPr>
          <a:xfrm>
            <a:off x="2194296" y="1867314"/>
            <a:ext cx="1494992" cy="462862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벽화를 어떻게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그려야 되지</a:t>
            </a:r>
            <a:r>
              <a:rPr lang="en-US" altLang="ko-KR" sz="1100" dirty="0">
                <a:solidFill>
                  <a:schemeClr val="tx1"/>
                </a:solidFill>
              </a:rPr>
              <a:t>?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2E8CBCBD-6931-4E3B-B141-3E421D4BB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57063" y="2267044"/>
            <a:ext cx="755384" cy="1389559"/>
          </a:xfrm>
          <a:prstGeom prst="rect">
            <a:avLst/>
          </a:prstGeom>
        </p:spPr>
      </p:pic>
      <p:sp>
        <p:nvSpPr>
          <p:cNvPr id="65" name="말풍선: 사각형 67">
            <a:extLst>
              <a:ext uri="{FF2B5EF4-FFF2-40B4-BE49-F238E27FC236}">
                <a16:creationId xmlns:a16="http://schemas.microsoft.com/office/drawing/2014/main" id="{AE981B85-9A1D-4C6F-B50F-02D69155EACB}"/>
              </a:ext>
            </a:extLst>
          </p:cNvPr>
          <p:cNvSpPr/>
          <p:nvPr/>
        </p:nvSpPr>
        <p:spPr>
          <a:xfrm>
            <a:off x="327432" y="1756281"/>
            <a:ext cx="1536801" cy="462862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F9644-402F-4FFD-9A02-AAAB1312DE44}"/>
              </a:ext>
            </a:extLst>
          </p:cNvPr>
          <p:cNvSpPr txBox="1"/>
          <p:nvPr/>
        </p:nvSpPr>
        <p:spPr>
          <a:xfrm>
            <a:off x="413259" y="1815836"/>
            <a:ext cx="1470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여러 가지 모양으로</a:t>
            </a:r>
            <a:endParaRPr lang="en-US" altLang="ko-KR" sz="1000" dirty="0"/>
          </a:p>
          <a:p>
            <a:r>
              <a:rPr lang="ko-KR" altLang="en-US" sz="1000" dirty="0"/>
              <a:t>그리면 </a:t>
            </a:r>
            <a:r>
              <a:rPr lang="ko-KR" altLang="en-US" sz="1000" dirty="0" err="1"/>
              <a:t>좋겠어요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A06818C6-6979-4F65-B439-97299F90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209" y="1293116"/>
            <a:ext cx="3548096" cy="2453175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F08EEBA7-D816-4C27-A735-969BD50C12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5" t="7248" r="17419" b="6958"/>
          <a:stretch/>
        </p:blipFill>
        <p:spPr>
          <a:xfrm>
            <a:off x="6129463" y="2557902"/>
            <a:ext cx="1133894" cy="1039363"/>
          </a:xfrm>
          <a:prstGeom prst="rect">
            <a:avLst/>
          </a:prstGeom>
        </p:spPr>
      </p:pic>
      <p:sp>
        <p:nvSpPr>
          <p:cNvPr id="74" name="말풍선: 사각형 67">
            <a:extLst>
              <a:ext uri="{FF2B5EF4-FFF2-40B4-BE49-F238E27FC236}">
                <a16:creationId xmlns:a16="http://schemas.microsoft.com/office/drawing/2014/main" id="{6D061222-DB7A-4304-AD77-B6A973F16F0D}"/>
              </a:ext>
            </a:extLst>
          </p:cNvPr>
          <p:cNvSpPr/>
          <p:nvPr/>
        </p:nvSpPr>
        <p:spPr>
          <a:xfrm>
            <a:off x="6524186" y="1895355"/>
            <a:ext cx="568895" cy="462862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EE38EE-4D7D-4AAE-8C60-C9D5382652A4}"/>
              </a:ext>
            </a:extLst>
          </p:cNvPr>
          <p:cNvSpPr txBox="1"/>
          <p:nvPr/>
        </p:nvSpPr>
        <p:spPr>
          <a:xfrm>
            <a:off x="6633745" y="2044784"/>
            <a:ext cx="3497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네</a:t>
            </a:r>
            <a:r>
              <a:rPr lang="en-US" altLang="ko-KR" sz="1000" dirty="0"/>
              <a:t>!</a:t>
            </a:r>
            <a:endParaRPr lang="ko-KR" altLang="en-US" sz="1000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1135EED4-50B0-4EBB-A349-F762D7878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38963" y="2330176"/>
            <a:ext cx="755384" cy="1389559"/>
          </a:xfrm>
          <a:prstGeom prst="rect">
            <a:avLst/>
          </a:prstGeom>
        </p:spPr>
      </p:pic>
      <p:sp>
        <p:nvSpPr>
          <p:cNvPr id="77" name="말풍선: 사각형 67">
            <a:extLst>
              <a:ext uri="{FF2B5EF4-FFF2-40B4-BE49-F238E27FC236}">
                <a16:creationId xmlns:a16="http://schemas.microsoft.com/office/drawing/2014/main" id="{FB0DDE02-54E9-443A-9369-7708288B86D3}"/>
              </a:ext>
            </a:extLst>
          </p:cNvPr>
          <p:cNvSpPr/>
          <p:nvPr/>
        </p:nvSpPr>
        <p:spPr>
          <a:xfrm>
            <a:off x="3996858" y="1705033"/>
            <a:ext cx="1386508" cy="462862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8206C7A-0825-4D1C-9488-96F152CB5205}"/>
              </a:ext>
            </a:extLst>
          </p:cNvPr>
          <p:cNvSpPr txBox="1"/>
          <p:nvPr/>
        </p:nvSpPr>
        <p:spPr>
          <a:xfrm>
            <a:off x="4091025" y="1767785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저와 학교에서 </a:t>
            </a:r>
            <a:endParaRPr lang="en-US" altLang="ko-KR" sz="1000" dirty="0"/>
          </a:p>
          <a:p>
            <a:r>
              <a:rPr lang="ko-KR" altLang="en-US" sz="1000" dirty="0"/>
              <a:t>모양을 찾아 보아요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371BC281-3BAB-4E4D-8411-D91465F5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5" y="3973944"/>
            <a:ext cx="3548096" cy="2760943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4317B9FD-753E-42E6-9C29-C77E8E63C4F2}"/>
              </a:ext>
            </a:extLst>
          </p:cNvPr>
          <p:cNvSpPr/>
          <p:nvPr/>
        </p:nvSpPr>
        <p:spPr>
          <a:xfrm>
            <a:off x="360850" y="4141555"/>
            <a:ext cx="3181659" cy="2449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6B2227F2-FF97-4CD6-BCAE-BD8DC3548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32061" y="5498109"/>
            <a:ext cx="537764" cy="989239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B3CFEC3C-E279-407C-B31A-962E576A8067}"/>
              </a:ext>
            </a:extLst>
          </p:cNvPr>
          <p:cNvSpPr txBox="1"/>
          <p:nvPr/>
        </p:nvSpPr>
        <p:spPr>
          <a:xfrm>
            <a:off x="939997" y="4394542"/>
            <a:ext cx="243311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   모양 </a:t>
            </a:r>
            <a:r>
              <a:rPr lang="en-US" altLang="ko-KR" sz="1400" dirty="0"/>
              <a:t>2</a:t>
            </a:r>
            <a:r>
              <a:rPr lang="ko-KR" altLang="en-US" sz="1400" dirty="0"/>
              <a:t>개를 찾아 봅시다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493BF9CF-9EDB-492C-BD1E-A75FFC482BD8}"/>
              </a:ext>
            </a:extLst>
          </p:cNvPr>
          <p:cNvSpPr/>
          <p:nvPr/>
        </p:nvSpPr>
        <p:spPr>
          <a:xfrm>
            <a:off x="1012849" y="4439807"/>
            <a:ext cx="208314" cy="206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45DA429D-A57D-434F-BF52-87C276F8B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77" y="4031855"/>
            <a:ext cx="3548096" cy="2760943"/>
          </a:xfrm>
          <a:prstGeom prst="rect">
            <a:avLst/>
          </a:prstGeom>
        </p:spPr>
      </p:pic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304C302-A5E0-4326-BA64-3923CF18BDE5}"/>
              </a:ext>
            </a:extLst>
          </p:cNvPr>
          <p:cNvSpPr/>
          <p:nvPr/>
        </p:nvSpPr>
        <p:spPr>
          <a:xfrm>
            <a:off x="4077924" y="4185018"/>
            <a:ext cx="3181659" cy="2449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7" name="그림 106">
            <a:extLst>
              <a:ext uri="{FF2B5EF4-FFF2-40B4-BE49-F238E27FC236}">
                <a16:creationId xmlns:a16="http://schemas.microsoft.com/office/drawing/2014/main" id="{3F0F6755-674E-49FD-B447-CC3CEE747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61906" y="5516481"/>
            <a:ext cx="537764" cy="98923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68694C7-5A44-458B-AE67-602D5ED86C1E}"/>
              </a:ext>
            </a:extLst>
          </p:cNvPr>
          <p:cNvSpPr txBox="1"/>
          <p:nvPr/>
        </p:nvSpPr>
        <p:spPr>
          <a:xfrm>
            <a:off x="4797214" y="4346006"/>
            <a:ext cx="218630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모양 </a:t>
            </a:r>
            <a:r>
              <a:rPr lang="en-US" altLang="ko-KR" sz="1400" dirty="0"/>
              <a:t>2</a:t>
            </a:r>
            <a:r>
              <a:rPr lang="ko-KR" altLang="en-US" sz="1400" dirty="0"/>
              <a:t>개를 찾아 봅시다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53A7FE15-28D8-4C00-BB78-AE64EB2E48D4}"/>
              </a:ext>
            </a:extLst>
          </p:cNvPr>
          <p:cNvSpPr/>
          <p:nvPr/>
        </p:nvSpPr>
        <p:spPr>
          <a:xfrm>
            <a:off x="4729896" y="4408739"/>
            <a:ext cx="164451" cy="164451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0647CC8D-12A1-46B1-BBF5-F4E5CCE10C98}"/>
              </a:ext>
            </a:extLst>
          </p:cNvPr>
          <p:cNvSpPr/>
          <p:nvPr/>
        </p:nvSpPr>
        <p:spPr>
          <a:xfrm>
            <a:off x="150375" y="1551742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90B37D01-091A-412E-B59F-E6904B4BD63D}"/>
              </a:ext>
            </a:extLst>
          </p:cNvPr>
          <p:cNvSpPr/>
          <p:nvPr/>
        </p:nvSpPr>
        <p:spPr>
          <a:xfrm>
            <a:off x="2174932" y="164789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20E1F87D-88A8-43D4-B824-BAC78696433C}"/>
              </a:ext>
            </a:extLst>
          </p:cNvPr>
          <p:cNvSpPr/>
          <p:nvPr/>
        </p:nvSpPr>
        <p:spPr>
          <a:xfrm>
            <a:off x="6254441" y="179555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A5AEB6A0-3F96-45B7-A407-8543E04C54DD}"/>
              </a:ext>
            </a:extLst>
          </p:cNvPr>
          <p:cNvSpPr/>
          <p:nvPr/>
        </p:nvSpPr>
        <p:spPr>
          <a:xfrm>
            <a:off x="3945173" y="1478352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C602FC65-594E-47F8-83BB-0904D15BEECD}"/>
              </a:ext>
            </a:extLst>
          </p:cNvPr>
          <p:cNvSpPr/>
          <p:nvPr/>
        </p:nvSpPr>
        <p:spPr>
          <a:xfrm>
            <a:off x="704201" y="4209456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A31B6DA0-BDD9-4D0E-98B9-A0CCDBFB6164}"/>
              </a:ext>
            </a:extLst>
          </p:cNvPr>
          <p:cNvSpPr/>
          <p:nvPr/>
        </p:nvSpPr>
        <p:spPr>
          <a:xfrm>
            <a:off x="4469672" y="4107287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BF7F2E3-C0A5-48D6-948D-906E00B64812}"/>
              </a:ext>
            </a:extLst>
          </p:cNvPr>
          <p:cNvSpPr/>
          <p:nvPr/>
        </p:nvSpPr>
        <p:spPr>
          <a:xfrm>
            <a:off x="7788951" y="1870028"/>
            <a:ext cx="65413" cy="65413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6D8293D7-4759-42C4-9F22-C16177AE5A19}"/>
              </a:ext>
            </a:extLst>
          </p:cNvPr>
          <p:cNvSpPr/>
          <p:nvPr/>
        </p:nvSpPr>
        <p:spPr>
          <a:xfrm>
            <a:off x="8203899" y="1837607"/>
            <a:ext cx="147447" cy="12711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D59F86A-9EAD-441D-B1FE-A7CD67F550FA}"/>
              </a:ext>
            </a:extLst>
          </p:cNvPr>
          <p:cNvSpPr/>
          <p:nvPr/>
        </p:nvSpPr>
        <p:spPr>
          <a:xfrm>
            <a:off x="7992430" y="1837607"/>
            <a:ext cx="124404" cy="123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E18745-9FFF-45CF-8A7F-78FFE16ED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813472"/>
            <a:ext cx="2303264" cy="1596990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A82043F9-0097-4D87-A30D-542341E8C179}"/>
              </a:ext>
            </a:extLst>
          </p:cNvPr>
          <p:cNvSpPr/>
          <p:nvPr/>
        </p:nvSpPr>
        <p:spPr>
          <a:xfrm>
            <a:off x="1526039" y="5130904"/>
            <a:ext cx="1107094" cy="5417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F05EF6B2-90AC-4DAB-80D6-C253E7C91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6299" y="5576101"/>
            <a:ext cx="265787" cy="243638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63DDACD6-10D5-4056-A1A9-0AC1A98D1D23}"/>
              </a:ext>
            </a:extLst>
          </p:cNvPr>
          <p:cNvSpPr/>
          <p:nvPr/>
        </p:nvSpPr>
        <p:spPr>
          <a:xfrm>
            <a:off x="1975954" y="5019618"/>
            <a:ext cx="154471" cy="923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83F18E1F-EAAF-4C0A-B2D9-17E0BB553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121" y="4845413"/>
            <a:ext cx="2415846" cy="1675050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A24A40C7-F26E-4214-85E6-32DA5A99E1A2}"/>
              </a:ext>
            </a:extLst>
          </p:cNvPr>
          <p:cNvSpPr/>
          <p:nvPr/>
        </p:nvSpPr>
        <p:spPr>
          <a:xfrm>
            <a:off x="5044004" y="5369898"/>
            <a:ext cx="185308" cy="18530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803B37E1-223E-4DFF-9350-37ECBAE9AE67}"/>
              </a:ext>
            </a:extLst>
          </p:cNvPr>
          <p:cNvSpPr/>
          <p:nvPr/>
        </p:nvSpPr>
        <p:spPr>
          <a:xfrm>
            <a:off x="6552544" y="5283067"/>
            <a:ext cx="266592" cy="26659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EE7A1D33-F66F-48C4-AB76-CD94AA9AE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1841" y="5464731"/>
            <a:ext cx="265787" cy="243638"/>
          </a:xfrm>
          <a:prstGeom prst="rect">
            <a:avLst/>
          </a:prstGeom>
        </p:spPr>
      </p:pic>
      <p:sp>
        <p:nvSpPr>
          <p:cNvPr id="90" name="타원 89">
            <a:extLst>
              <a:ext uri="{FF2B5EF4-FFF2-40B4-BE49-F238E27FC236}">
                <a16:creationId xmlns:a16="http://schemas.microsoft.com/office/drawing/2014/main" id="{785368D3-0B87-4D82-99A8-AAF8EC63D289}"/>
              </a:ext>
            </a:extLst>
          </p:cNvPr>
          <p:cNvSpPr/>
          <p:nvPr/>
        </p:nvSpPr>
        <p:spPr>
          <a:xfrm>
            <a:off x="1392949" y="4784231"/>
            <a:ext cx="1456386" cy="142775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80E11388-7001-4CF0-8283-48D9418CF0AB}"/>
              </a:ext>
            </a:extLst>
          </p:cNvPr>
          <p:cNvSpPr/>
          <p:nvPr/>
        </p:nvSpPr>
        <p:spPr>
          <a:xfrm>
            <a:off x="5086648" y="4898089"/>
            <a:ext cx="1456386" cy="142775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9F737128-0DAE-4AB8-A827-89AF4DA28DD0}"/>
              </a:ext>
            </a:extLst>
          </p:cNvPr>
          <p:cNvSpPr/>
          <p:nvPr/>
        </p:nvSpPr>
        <p:spPr>
          <a:xfrm>
            <a:off x="2363510" y="5216288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D899399E-7728-4726-8059-41E9ABFF2B69}"/>
              </a:ext>
            </a:extLst>
          </p:cNvPr>
          <p:cNvSpPr/>
          <p:nvPr/>
        </p:nvSpPr>
        <p:spPr>
          <a:xfrm>
            <a:off x="1128456" y="4813324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790F998-859A-4236-9576-15A66BDE994D}"/>
              </a:ext>
            </a:extLst>
          </p:cNvPr>
          <p:cNvGrpSpPr/>
          <p:nvPr/>
        </p:nvGrpSpPr>
        <p:grpSpPr>
          <a:xfrm>
            <a:off x="1106302" y="4025225"/>
            <a:ext cx="1743034" cy="311509"/>
            <a:chOff x="1106302" y="4025225"/>
            <a:chExt cx="1743034" cy="31150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D658CE9-2E5F-4ADE-95D0-834FAD77A276}"/>
                </a:ext>
              </a:extLst>
            </p:cNvPr>
            <p:cNvSpPr txBox="1"/>
            <p:nvPr/>
          </p:nvSpPr>
          <p:spPr>
            <a:xfrm>
              <a:off x="1106302" y="4028957"/>
              <a:ext cx="17430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                  모양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617A621-8299-40E1-B85C-5AC24EB14FBC}"/>
                </a:ext>
              </a:extLst>
            </p:cNvPr>
            <p:cNvSpPr/>
            <p:nvPr/>
          </p:nvSpPr>
          <p:spPr>
            <a:xfrm>
              <a:off x="1588160" y="4085188"/>
              <a:ext cx="208314" cy="206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DA3FF61E-C049-4D87-9816-FE63499E28DF}"/>
                </a:ext>
              </a:extLst>
            </p:cNvPr>
            <p:cNvSpPr/>
            <p:nvPr/>
          </p:nvSpPr>
          <p:spPr>
            <a:xfrm>
              <a:off x="1296379" y="4103597"/>
              <a:ext cx="164451" cy="164451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8" name="이등변 삼각형 67">
              <a:extLst>
                <a:ext uri="{FF2B5EF4-FFF2-40B4-BE49-F238E27FC236}">
                  <a16:creationId xmlns:a16="http://schemas.microsoft.com/office/drawing/2014/main" id="{B4178804-0FD2-4F74-B1B3-34591AC99B16}"/>
                </a:ext>
              </a:extLst>
            </p:cNvPr>
            <p:cNvSpPr/>
            <p:nvPr/>
          </p:nvSpPr>
          <p:spPr>
            <a:xfrm>
              <a:off x="1875153" y="4025225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18E5092-8F89-45C7-A68F-00F062B130A1}"/>
              </a:ext>
            </a:extLst>
          </p:cNvPr>
          <p:cNvGrpSpPr/>
          <p:nvPr/>
        </p:nvGrpSpPr>
        <p:grpSpPr>
          <a:xfrm>
            <a:off x="4862839" y="4002453"/>
            <a:ext cx="1743034" cy="311509"/>
            <a:chOff x="1106302" y="4025225"/>
            <a:chExt cx="1743034" cy="311509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BB37A93-64D6-448B-BF09-18A37AD1B5C2}"/>
                </a:ext>
              </a:extLst>
            </p:cNvPr>
            <p:cNvSpPr txBox="1"/>
            <p:nvPr/>
          </p:nvSpPr>
          <p:spPr>
            <a:xfrm>
              <a:off x="1106302" y="4028957"/>
              <a:ext cx="17430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                  모양</a:t>
              </a: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A4F58B5-AD61-4EF8-A5B0-8377231222E2}"/>
                </a:ext>
              </a:extLst>
            </p:cNvPr>
            <p:cNvSpPr/>
            <p:nvPr/>
          </p:nvSpPr>
          <p:spPr>
            <a:xfrm>
              <a:off x="1588160" y="4085188"/>
              <a:ext cx="208314" cy="206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7ACD4A17-73EF-4C35-871E-5C4A363A9B76}"/>
                </a:ext>
              </a:extLst>
            </p:cNvPr>
            <p:cNvSpPr/>
            <p:nvPr/>
          </p:nvSpPr>
          <p:spPr>
            <a:xfrm>
              <a:off x="1296379" y="4103597"/>
              <a:ext cx="164451" cy="164451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이등변 삼각형 95">
              <a:extLst>
                <a:ext uri="{FF2B5EF4-FFF2-40B4-BE49-F238E27FC236}">
                  <a16:creationId xmlns:a16="http://schemas.microsoft.com/office/drawing/2014/main" id="{37571A40-7181-4BA0-9EC7-D953F3C73EEF}"/>
                </a:ext>
              </a:extLst>
            </p:cNvPr>
            <p:cNvSpPr/>
            <p:nvPr/>
          </p:nvSpPr>
          <p:spPr>
            <a:xfrm>
              <a:off x="1875153" y="4025225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74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064319"/>
              </p:ext>
            </p:extLst>
          </p:nvPr>
        </p:nvGraphicFramePr>
        <p:xfrm>
          <a:off x="7675177" y="1868854"/>
          <a:ext cx="4449042" cy="50011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모양을 찾아 봅시다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입력창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클릭 방식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알맞지 않은 곳을 누르면 오답 효과음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-(3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번 오답인 경우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숫자가 정답인 모양이 뜸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딩동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정답입니다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.” /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O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대화창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교사 오디오</a:t>
                      </a: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“</a:t>
                      </a:r>
                      <a:r>
                        <a:rPr lang="ko-KR" altLang="en-US" sz="1050" dirty="0"/>
                        <a:t>잘 찾았어요</a:t>
                      </a:r>
                      <a:r>
                        <a:rPr lang="en-US" altLang="ko-KR" sz="1050" dirty="0"/>
                        <a:t>!”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대화창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교사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642481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색깔 순서로 등장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98445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페인트와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모양이 초록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파랑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빨강 순으로 등장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초록 페인트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원 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 등장 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03803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모양이 바뀔 때마다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회 반복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    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모양은 몇 개 인가요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?”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    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모양은 몇 개 인가요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?”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    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모양은 몇 개 인가요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?”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05418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변경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사각형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삼각형 순으로 모양 변경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898011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입력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오답 효과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164403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025321"/>
              </p:ext>
            </p:extLst>
          </p:nvPr>
        </p:nvGraphicFramePr>
        <p:xfrm>
          <a:off x="7675178" y="1251914"/>
          <a:ext cx="4449041" cy="6054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866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34635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      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도입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230B0107-F01B-4E3F-AFCE-CA84C5FEDB32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43580FFA-35D4-4A88-B043-3F2871447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92" y="3135794"/>
            <a:ext cx="8378432" cy="256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66A43F6-E398-4FC0-BF6E-E23BFCF7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41" y="1150806"/>
            <a:ext cx="3548096" cy="276094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D3E021-C9C9-4702-A969-8758424707D0}"/>
              </a:ext>
            </a:extLst>
          </p:cNvPr>
          <p:cNvSpPr/>
          <p:nvPr/>
        </p:nvSpPr>
        <p:spPr>
          <a:xfrm>
            <a:off x="358216" y="1318417"/>
            <a:ext cx="3181659" cy="2449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4F7912-ECE0-4A0D-B3D0-70C95EB7F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92732" y="2607207"/>
            <a:ext cx="537764" cy="989239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F93BFCD8-CC5A-477D-BE57-144964F4DD49}"/>
              </a:ext>
            </a:extLst>
          </p:cNvPr>
          <p:cNvSpPr txBox="1"/>
          <p:nvPr/>
        </p:nvSpPr>
        <p:spPr>
          <a:xfrm>
            <a:off x="1168364" y="1408978"/>
            <a:ext cx="218630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모양 </a:t>
            </a:r>
            <a:r>
              <a:rPr lang="en-US" altLang="ko-KR" sz="1400" dirty="0"/>
              <a:t>2</a:t>
            </a:r>
            <a:r>
              <a:rPr lang="ko-KR" altLang="en-US" sz="1400" dirty="0"/>
              <a:t>개를 찾아 봅시다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4" name="이등변 삼각형 73">
            <a:extLst>
              <a:ext uri="{FF2B5EF4-FFF2-40B4-BE49-F238E27FC236}">
                <a16:creationId xmlns:a16="http://schemas.microsoft.com/office/drawing/2014/main" id="{74EECE97-45C8-4F45-942C-5AEA34ED3FB4}"/>
              </a:ext>
            </a:extLst>
          </p:cNvPr>
          <p:cNvSpPr/>
          <p:nvPr/>
        </p:nvSpPr>
        <p:spPr>
          <a:xfrm>
            <a:off x="920438" y="1429718"/>
            <a:ext cx="294980" cy="254294"/>
          </a:xfrm>
          <a:prstGeom prst="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556C131-806A-4075-ADBD-ADBACDA75371}"/>
              </a:ext>
            </a:extLst>
          </p:cNvPr>
          <p:cNvSpPr/>
          <p:nvPr/>
        </p:nvSpPr>
        <p:spPr>
          <a:xfrm>
            <a:off x="590785" y="1335745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D05BE236-9550-405B-971B-740F40FD2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440" y="1150806"/>
            <a:ext cx="3617884" cy="2716628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79EAE404-669A-4B7A-8EAE-73D04B545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82311" y="2823860"/>
            <a:ext cx="537764" cy="989239"/>
          </a:xfrm>
          <a:prstGeom prst="rect">
            <a:avLst/>
          </a:prstGeom>
        </p:spPr>
      </p:pic>
      <p:sp>
        <p:nvSpPr>
          <p:cNvPr id="102" name="말풍선: 사각형 101">
            <a:extLst>
              <a:ext uri="{FF2B5EF4-FFF2-40B4-BE49-F238E27FC236}">
                <a16:creationId xmlns:a16="http://schemas.microsoft.com/office/drawing/2014/main" id="{CEE11069-F1E5-447C-80A0-8ADAED46DE7E}"/>
              </a:ext>
            </a:extLst>
          </p:cNvPr>
          <p:cNvSpPr/>
          <p:nvPr/>
        </p:nvSpPr>
        <p:spPr>
          <a:xfrm>
            <a:off x="4013507" y="2136915"/>
            <a:ext cx="958621" cy="521471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386715C-3BDD-4F3E-B05D-732F3346C181}"/>
              </a:ext>
            </a:extLst>
          </p:cNvPr>
          <p:cNvSpPr txBox="1"/>
          <p:nvPr/>
        </p:nvSpPr>
        <p:spPr>
          <a:xfrm>
            <a:off x="4054298" y="2191001"/>
            <a:ext cx="917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잘 찾았어요</a:t>
            </a:r>
            <a:r>
              <a:rPr lang="en-US" altLang="ko-KR" sz="1000" dirty="0"/>
              <a:t>!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AFEDEC23-DFEB-4EA3-B30D-81121520B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41" y="4056065"/>
            <a:ext cx="3617884" cy="2716628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E4BF2063-75A3-41DD-97CB-D36C19D82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8612" y="5729119"/>
            <a:ext cx="537764" cy="989239"/>
          </a:xfrm>
          <a:prstGeom prst="rect">
            <a:avLst/>
          </a:prstGeom>
        </p:spPr>
      </p:pic>
      <p:sp>
        <p:nvSpPr>
          <p:cNvPr id="107" name="말풍선: 사각형 106">
            <a:extLst>
              <a:ext uri="{FF2B5EF4-FFF2-40B4-BE49-F238E27FC236}">
                <a16:creationId xmlns:a16="http://schemas.microsoft.com/office/drawing/2014/main" id="{FB44363B-470F-4D58-A3F0-EC922BE2D225}"/>
              </a:ext>
            </a:extLst>
          </p:cNvPr>
          <p:cNvSpPr/>
          <p:nvPr/>
        </p:nvSpPr>
        <p:spPr>
          <a:xfrm>
            <a:off x="319808" y="5042174"/>
            <a:ext cx="965878" cy="632610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82D0CAB-E3A0-4B03-B195-7A4FC25FDE64}"/>
              </a:ext>
            </a:extLst>
          </p:cNvPr>
          <p:cNvSpPr txBox="1"/>
          <p:nvPr/>
        </p:nvSpPr>
        <p:spPr>
          <a:xfrm>
            <a:off x="360599" y="5096260"/>
            <a:ext cx="8762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페인트 색깔마다 모양이 달라요</a:t>
            </a:r>
            <a:endParaRPr lang="en-US" altLang="ko-KR" sz="1000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011AB7C2-CACE-4774-B33E-98C4DC70C1EE}"/>
              </a:ext>
            </a:extLst>
          </p:cNvPr>
          <p:cNvSpPr/>
          <p:nvPr/>
        </p:nvSpPr>
        <p:spPr>
          <a:xfrm>
            <a:off x="586500" y="4751682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0F585B21-13B5-4E8E-958C-6C9229C4B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076" y="5370137"/>
            <a:ext cx="619125" cy="588924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B5492787-2C85-413C-8125-2A934FB206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526" y="5362826"/>
            <a:ext cx="619126" cy="593329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4621F675-A717-43F6-B2F6-EBE434A6A4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7887" y="5370137"/>
            <a:ext cx="619125" cy="571500"/>
          </a:xfrm>
          <a:prstGeom prst="rect">
            <a:avLst/>
          </a:prstGeom>
        </p:spPr>
      </p:pic>
      <p:sp>
        <p:nvSpPr>
          <p:cNvPr id="113" name="이등변 삼각형 112">
            <a:extLst>
              <a:ext uri="{FF2B5EF4-FFF2-40B4-BE49-F238E27FC236}">
                <a16:creationId xmlns:a16="http://schemas.microsoft.com/office/drawing/2014/main" id="{CEF3C5B0-4365-4F3E-96B0-680638813918}"/>
              </a:ext>
            </a:extLst>
          </p:cNvPr>
          <p:cNvSpPr/>
          <p:nvPr/>
        </p:nvSpPr>
        <p:spPr>
          <a:xfrm>
            <a:off x="3114520" y="4992870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16E4EAF9-CC6E-4847-A51E-F6B6E2688396}"/>
              </a:ext>
            </a:extLst>
          </p:cNvPr>
          <p:cNvSpPr/>
          <p:nvPr/>
        </p:nvSpPr>
        <p:spPr>
          <a:xfrm>
            <a:off x="2343555" y="500442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E3C43FAD-A103-45FB-96DE-E8E84DF55044}"/>
              </a:ext>
            </a:extLst>
          </p:cNvPr>
          <p:cNvSpPr/>
          <p:nvPr/>
        </p:nvSpPr>
        <p:spPr>
          <a:xfrm>
            <a:off x="1550853" y="504688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65B21A37-F67C-4106-992A-5EBDAD6F4108}"/>
              </a:ext>
            </a:extLst>
          </p:cNvPr>
          <p:cNvSpPr/>
          <p:nvPr/>
        </p:nvSpPr>
        <p:spPr>
          <a:xfrm>
            <a:off x="1658364" y="4711050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79AD88C5-BD75-4B31-8E4A-589EDC423B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262" y="1884612"/>
            <a:ext cx="2415846" cy="1675050"/>
          </a:xfrm>
          <a:prstGeom prst="rect">
            <a:avLst/>
          </a:prstGeom>
        </p:spPr>
      </p:pic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5ED0D91D-3A8E-4121-A42D-E646E331DC92}"/>
              </a:ext>
            </a:extLst>
          </p:cNvPr>
          <p:cNvSpPr/>
          <p:nvPr/>
        </p:nvSpPr>
        <p:spPr>
          <a:xfrm>
            <a:off x="1426969" y="2888642"/>
            <a:ext cx="115562" cy="99623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D574EB03-97B8-44ED-AD3C-DE70603B9B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2522" y="2956615"/>
            <a:ext cx="265787" cy="243638"/>
          </a:xfrm>
          <a:prstGeom prst="rect">
            <a:avLst/>
          </a:prstGeom>
        </p:spPr>
      </p:pic>
      <p:sp>
        <p:nvSpPr>
          <p:cNvPr id="43" name="타원 42">
            <a:extLst>
              <a:ext uri="{FF2B5EF4-FFF2-40B4-BE49-F238E27FC236}">
                <a16:creationId xmlns:a16="http://schemas.microsoft.com/office/drawing/2014/main" id="{D58E8CA3-FC1D-415C-8CBB-B1237D87576C}"/>
              </a:ext>
            </a:extLst>
          </p:cNvPr>
          <p:cNvSpPr/>
          <p:nvPr/>
        </p:nvSpPr>
        <p:spPr>
          <a:xfrm>
            <a:off x="1786328" y="2805460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8C72E1B0-7F41-4540-8D22-C0BED78C8230}"/>
              </a:ext>
            </a:extLst>
          </p:cNvPr>
          <p:cNvSpPr/>
          <p:nvPr/>
        </p:nvSpPr>
        <p:spPr>
          <a:xfrm>
            <a:off x="2834538" y="3110242"/>
            <a:ext cx="401108" cy="345785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9811E19-EB7C-4324-AB6A-9274FA3BAD89}"/>
              </a:ext>
            </a:extLst>
          </p:cNvPr>
          <p:cNvSpPr/>
          <p:nvPr/>
        </p:nvSpPr>
        <p:spPr>
          <a:xfrm>
            <a:off x="1313842" y="2054265"/>
            <a:ext cx="1456386" cy="142775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4520A613-E71D-4726-A204-2D7322F101F2}"/>
              </a:ext>
            </a:extLst>
          </p:cNvPr>
          <p:cNvSpPr/>
          <p:nvPr/>
        </p:nvSpPr>
        <p:spPr>
          <a:xfrm>
            <a:off x="2717990" y="2042245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6C7D4CC4-BA03-40F2-B6CE-6DB430424A2F}"/>
              </a:ext>
            </a:extLst>
          </p:cNvPr>
          <p:cNvSpPr/>
          <p:nvPr/>
        </p:nvSpPr>
        <p:spPr>
          <a:xfrm>
            <a:off x="4897256" y="1926803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9848443-906D-4915-83E2-6F0DCF7A7A23}"/>
              </a:ext>
            </a:extLst>
          </p:cNvPr>
          <p:cNvGrpSpPr/>
          <p:nvPr/>
        </p:nvGrpSpPr>
        <p:grpSpPr>
          <a:xfrm>
            <a:off x="1270579" y="1114772"/>
            <a:ext cx="1743034" cy="311509"/>
            <a:chOff x="1106302" y="4025225"/>
            <a:chExt cx="1743034" cy="31150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11A5976-DBAB-4340-9441-31459CC1E8DD}"/>
                </a:ext>
              </a:extLst>
            </p:cNvPr>
            <p:cNvSpPr txBox="1"/>
            <p:nvPr/>
          </p:nvSpPr>
          <p:spPr>
            <a:xfrm>
              <a:off x="1106302" y="4028957"/>
              <a:ext cx="17430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                  모양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A563C76-CDEC-4373-A0B5-49481DD65F30}"/>
                </a:ext>
              </a:extLst>
            </p:cNvPr>
            <p:cNvSpPr/>
            <p:nvPr/>
          </p:nvSpPr>
          <p:spPr>
            <a:xfrm>
              <a:off x="1588160" y="4085188"/>
              <a:ext cx="208314" cy="206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97FDA663-AF05-4ABA-BC70-BA7FD7713AE7}"/>
                </a:ext>
              </a:extLst>
            </p:cNvPr>
            <p:cNvSpPr/>
            <p:nvPr/>
          </p:nvSpPr>
          <p:spPr>
            <a:xfrm>
              <a:off x="1296379" y="4103597"/>
              <a:ext cx="164451" cy="164451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26F5ED7F-B8FC-40E3-8439-7CC42D512F5B}"/>
                </a:ext>
              </a:extLst>
            </p:cNvPr>
            <p:cNvSpPr/>
            <p:nvPr/>
          </p:nvSpPr>
          <p:spPr>
            <a:xfrm>
              <a:off x="1875153" y="4025225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id="{72260A13-DA01-431C-999F-3D2B5515E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862" y="4061015"/>
            <a:ext cx="3617884" cy="2716628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A10506-B119-4DB4-A6CD-7C939DE6B379}"/>
              </a:ext>
            </a:extLst>
          </p:cNvPr>
          <p:cNvSpPr/>
          <p:nvPr/>
        </p:nvSpPr>
        <p:spPr>
          <a:xfrm>
            <a:off x="3958694" y="6065154"/>
            <a:ext cx="3513522" cy="673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8D94E-9611-4D68-80EA-861BB7A0D77D}"/>
              </a:ext>
            </a:extLst>
          </p:cNvPr>
          <p:cNvSpPr txBox="1"/>
          <p:nvPr/>
        </p:nvSpPr>
        <p:spPr>
          <a:xfrm>
            <a:off x="4514546" y="6271249"/>
            <a:ext cx="243848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모양은 몇 개 인가요</a:t>
            </a:r>
            <a:r>
              <a:rPr lang="en-US" altLang="ko-KR" sz="1400" b="1" dirty="0"/>
              <a:t>?  (     )</a:t>
            </a:r>
            <a:endParaRPr lang="ko-KR" altLang="en-US" sz="1400" b="1" dirty="0"/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BF6A90DF-AE9A-4AC9-A769-4B956234D88C}"/>
              </a:ext>
            </a:extLst>
          </p:cNvPr>
          <p:cNvSpPr/>
          <p:nvPr/>
        </p:nvSpPr>
        <p:spPr>
          <a:xfrm>
            <a:off x="6747241" y="5392128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이등변 삼각형 61">
            <a:extLst>
              <a:ext uri="{FF2B5EF4-FFF2-40B4-BE49-F238E27FC236}">
                <a16:creationId xmlns:a16="http://schemas.microsoft.com/office/drawing/2014/main" id="{43537E83-7463-4712-ADC9-DD734CC05947}"/>
              </a:ext>
            </a:extLst>
          </p:cNvPr>
          <p:cNvSpPr/>
          <p:nvPr/>
        </p:nvSpPr>
        <p:spPr>
          <a:xfrm>
            <a:off x="6458331" y="4992292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6533E8C-BC11-4450-A850-E3D15C40AE4D}"/>
              </a:ext>
            </a:extLst>
          </p:cNvPr>
          <p:cNvSpPr/>
          <p:nvPr/>
        </p:nvSpPr>
        <p:spPr>
          <a:xfrm>
            <a:off x="5448058" y="5433173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5C5F657-CAF6-4BB8-843F-20E03BDE2E36}"/>
              </a:ext>
            </a:extLst>
          </p:cNvPr>
          <p:cNvSpPr/>
          <p:nvPr/>
        </p:nvSpPr>
        <p:spPr>
          <a:xfrm>
            <a:off x="5730014" y="4999168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AE4DBCE-84ED-48F1-BAF6-80F26994CB8A}"/>
              </a:ext>
            </a:extLst>
          </p:cNvPr>
          <p:cNvSpPr/>
          <p:nvPr/>
        </p:nvSpPr>
        <p:spPr>
          <a:xfrm>
            <a:off x="6002722" y="5433173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BA2789-F618-4D33-B16D-263B1E612BD4}"/>
              </a:ext>
            </a:extLst>
          </p:cNvPr>
          <p:cNvSpPr/>
          <p:nvPr/>
        </p:nvSpPr>
        <p:spPr>
          <a:xfrm>
            <a:off x="5167189" y="5009750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7A6A4323-47A4-4FEB-BF30-FB69615D5BEB}"/>
              </a:ext>
            </a:extLst>
          </p:cNvPr>
          <p:cNvSpPr/>
          <p:nvPr/>
        </p:nvSpPr>
        <p:spPr>
          <a:xfrm>
            <a:off x="4540828" y="5065346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9C92AA1-AED1-462F-916F-259367908F3D}"/>
              </a:ext>
            </a:extLst>
          </p:cNvPr>
          <p:cNvSpPr/>
          <p:nvPr/>
        </p:nvSpPr>
        <p:spPr>
          <a:xfrm>
            <a:off x="4297200" y="548854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E6BA1BA-E2D3-4262-B280-3D8D22E43C90}"/>
              </a:ext>
            </a:extLst>
          </p:cNvPr>
          <p:cNvSpPr/>
          <p:nvPr/>
        </p:nvSpPr>
        <p:spPr>
          <a:xfrm>
            <a:off x="4783537" y="548854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E40819E7-0BF8-40C3-BE3C-BCC5E77A7D3C}"/>
              </a:ext>
            </a:extLst>
          </p:cNvPr>
          <p:cNvSpPr/>
          <p:nvPr/>
        </p:nvSpPr>
        <p:spPr>
          <a:xfrm>
            <a:off x="4196381" y="6371669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29F01AE-6E22-4A97-A220-70FDC64001FC}"/>
              </a:ext>
            </a:extLst>
          </p:cNvPr>
          <p:cNvSpPr/>
          <p:nvPr/>
        </p:nvSpPr>
        <p:spPr>
          <a:xfrm>
            <a:off x="4066664" y="4767757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2A0C981-132D-4168-9AB8-B5B50CFC600F}"/>
              </a:ext>
            </a:extLst>
          </p:cNvPr>
          <p:cNvSpPr/>
          <p:nvPr/>
        </p:nvSpPr>
        <p:spPr>
          <a:xfrm>
            <a:off x="4514546" y="5950615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FBF54FB-D776-4E35-B6DF-924E357E250F}"/>
              </a:ext>
            </a:extLst>
          </p:cNvPr>
          <p:cNvSpPr/>
          <p:nvPr/>
        </p:nvSpPr>
        <p:spPr>
          <a:xfrm>
            <a:off x="3810247" y="6052546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9181629-0C8C-4DE8-A585-469C8B951BBF}"/>
              </a:ext>
            </a:extLst>
          </p:cNvPr>
          <p:cNvSpPr/>
          <p:nvPr/>
        </p:nvSpPr>
        <p:spPr>
          <a:xfrm>
            <a:off x="6240678" y="6027292"/>
            <a:ext cx="675872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85C7AB9D-5BE8-42C4-838B-FAFBFE3976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8947" y="5823510"/>
            <a:ext cx="607532" cy="935083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D44AAF60-C104-4B5A-93C7-DAF084155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021" y="4546089"/>
            <a:ext cx="482696" cy="459151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0138EEF2-8AB2-41BE-94A5-6FE36DC8D6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592" y="4530854"/>
            <a:ext cx="482697" cy="462585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2D5CE119-6D92-477D-97B5-4EB32BEE6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3272" y="4527694"/>
            <a:ext cx="482696" cy="445566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20C18DEB-C61B-4EC2-B449-ECE289078431}"/>
              </a:ext>
            </a:extLst>
          </p:cNvPr>
          <p:cNvGrpSpPr/>
          <p:nvPr/>
        </p:nvGrpSpPr>
        <p:grpSpPr>
          <a:xfrm>
            <a:off x="9159999" y="5317540"/>
            <a:ext cx="246336" cy="758589"/>
            <a:chOff x="9153750" y="5855828"/>
            <a:chExt cx="246336" cy="758589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667BF1D1-36FE-4934-B6DE-DE8970CDF159}"/>
                </a:ext>
              </a:extLst>
            </p:cNvPr>
            <p:cNvSpPr/>
            <p:nvPr/>
          </p:nvSpPr>
          <p:spPr>
            <a:xfrm>
              <a:off x="9220924" y="5855828"/>
              <a:ext cx="117713" cy="117713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이등변 삼각형 84">
              <a:extLst>
                <a:ext uri="{FF2B5EF4-FFF2-40B4-BE49-F238E27FC236}">
                  <a16:creationId xmlns:a16="http://schemas.microsoft.com/office/drawing/2014/main" id="{C21269F1-DFA0-464A-957D-31E518794AF5}"/>
                </a:ext>
              </a:extLst>
            </p:cNvPr>
            <p:cNvSpPr/>
            <p:nvPr/>
          </p:nvSpPr>
          <p:spPr>
            <a:xfrm>
              <a:off x="9186401" y="6112229"/>
              <a:ext cx="213685" cy="18421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543D5937-1FE1-44FA-BEC2-9150BEE0EE73}"/>
                </a:ext>
              </a:extLst>
            </p:cNvPr>
            <p:cNvSpPr/>
            <p:nvPr/>
          </p:nvSpPr>
          <p:spPr>
            <a:xfrm>
              <a:off x="9153750" y="6402914"/>
              <a:ext cx="213685" cy="2115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7" name="이등변 삼각형 86">
            <a:extLst>
              <a:ext uri="{FF2B5EF4-FFF2-40B4-BE49-F238E27FC236}">
                <a16:creationId xmlns:a16="http://schemas.microsoft.com/office/drawing/2014/main" id="{BBC7A5AF-9878-4A2D-9AC2-1EF315DA560F}"/>
              </a:ext>
            </a:extLst>
          </p:cNvPr>
          <p:cNvSpPr/>
          <p:nvPr/>
        </p:nvSpPr>
        <p:spPr>
          <a:xfrm>
            <a:off x="4486765" y="6627110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3BA6A17-91DC-496F-A744-E76A72A98612}"/>
              </a:ext>
            </a:extLst>
          </p:cNvPr>
          <p:cNvSpPr/>
          <p:nvPr/>
        </p:nvSpPr>
        <p:spPr>
          <a:xfrm>
            <a:off x="4166635" y="6667204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01F5647-0196-48FC-B998-152CC58D84EF}"/>
              </a:ext>
            </a:extLst>
          </p:cNvPr>
          <p:cNvGrpSpPr/>
          <p:nvPr/>
        </p:nvGrpSpPr>
        <p:grpSpPr>
          <a:xfrm>
            <a:off x="4897256" y="4057922"/>
            <a:ext cx="1743034" cy="311509"/>
            <a:chOff x="4580579" y="6815975"/>
            <a:chExt cx="1743034" cy="311509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DF7C9A-347A-445C-8410-41896D2A4687}"/>
                </a:ext>
              </a:extLst>
            </p:cNvPr>
            <p:cNvSpPr txBox="1"/>
            <p:nvPr/>
          </p:nvSpPr>
          <p:spPr>
            <a:xfrm>
              <a:off x="4580579" y="6819707"/>
              <a:ext cx="17430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                  모양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BD209989-1C61-4177-BFCC-1D119FB1C321}"/>
                </a:ext>
              </a:extLst>
            </p:cNvPr>
            <p:cNvSpPr/>
            <p:nvPr/>
          </p:nvSpPr>
          <p:spPr>
            <a:xfrm>
              <a:off x="5062437" y="6875938"/>
              <a:ext cx="208314" cy="206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7C7363B1-C74F-4418-B857-2239F609E80C}"/>
                </a:ext>
              </a:extLst>
            </p:cNvPr>
            <p:cNvSpPr/>
            <p:nvPr/>
          </p:nvSpPr>
          <p:spPr>
            <a:xfrm>
              <a:off x="4770656" y="6894347"/>
              <a:ext cx="164451" cy="164451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이등변 삼각형 92">
              <a:extLst>
                <a:ext uri="{FF2B5EF4-FFF2-40B4-BE49-F238E27FC236}">
                  <a16:creationId xmlns:a16="http://schemas.microsoft.com/office/drawing/2014/main" id="{5F676A4B-CED6-4FFA-9E8A-56AED6BB2A3A}"/>
                </a:ext>
              </a:extLst>
            </p:cNvPr>
            <p:cNvSpPr/>
            <p:nvPr/>
          </p:nvSpPr>
          <p:spPr>
            <a:xfrm>
              <a:off x="5349430" y="6815975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38D3841-A479-41E7-9101-9467C108F356}"/>
              </a:ext>
            </a:extLst>
          </p:cNvPr>
          <p:cNvGrpSpPr/>
          <p:nvPr/>
        </p:nvGrpSpPr>
        <p:grpSpPr>
          <a:xfrm>
            <a:off x="7801651" y="1624047"/>
            <a:ext cx="562395" cy="127110"/>
            <a:chOff x="7788951" y="1837607"/>
            <a:chExt cx="562395" cy="127110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6C0824F-1FB5-492F-B520-F06D90D90470}"/>
                </a:ext>
              </a:extLst>
            </p:cNvPr>
            <p:cNvSpPr/>
            <p:nvPr/>
          </p:nvSpPr>
          <p:spPr>
            <a:xfrm>
              <a:off x="7788951" y="1870028"/>
              <a:ext cx="65413" cy="65413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7893CBAA-7F64-44F1-BF2C-CF94D745F065}"/>
                </a:ext>
              </a:extLst>
            </p:cNvPr>
            <p:cNvSpPr/>
            <p:nvPr/>
          </p:nvSpPr>
          <p:spPr>
            <a:xfrm>
              <a:off x="8203899" y="1837607"/>
              <a:ext cx="147447" cy="12711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FEAE4409-ADFC-418F-89B7-88664C286087}"/>
                </a:ext>
              </a:extLst>
            </p:cNvPr>
            <p:cNvSpPr/>
            <p:nvPr/>
          </p:nvSpPr>
          <p:spPr>
            <a:xfrm>
              <a:off x="7992430" y="1837607"/>
              <a:ext cx="124404" cy="1231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105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459469"/>
              </p:ext>
            </p:extLst>
          </p:nvPr>
        </p:nvGraphicFramePr>
        <p:xfrm>
          <a:off x="7675178" y="2425093"/>
          <a:ext cx="4449042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교사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대화창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전개 후 삭제한 다음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② 순으로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대화창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및 오디오 송출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57428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다음 활동 연결을 위한 스토리 장면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4B41FE6-9EE2-406A-8CDD-360319519468}"/>
              </a:ext>
            </a:extLst>
          </p:cNvPr>
          <p:cNvCxnSpPr>
            <a:cxnSpLocks/>
          </p:cNvCxnSpPr>
          <p:nvPr/>
        </p:nvCxnSpPr>
        <p:spPr>
          <a:xfrm>
            <a:off x="146122" y="3874287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그림 107">
            <a:extLst>
              <a:ext uri="{FF2B5EF4-FFF2-40B4-BE49-F238E27FC236}">
                <a16:creationId xmlns:a16="http://schemas.microsoft.com/office/drawing/2014/main" id="{F4BE9872-9A23-42A3-A7AE-08F3886F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2" y="1135616"/>
            <a:ext cx="3617884" cy="2716628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2AA42D2F-4051-4962-9475-95A7F83EE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7594" y="2779778"/>
            <a:ext cx="537764" cy="989239"/>
          </a:xfrm>
          <a:prstGeom prst="rect">
            <a:avLst/>
          </a:prstGeom>
        </p:spPr>
      </p:pic>
      <p:sp>
        <p:nvSpPr>
          <p:cNvPr id="130" name="이등변 삼각형 129">
            <a:extLst>
              <a:ext uri="{FF2B5EF4-FFF2-40B4-BE49-F238E27FC236}">
                <a16:creationId xmlns:a16="http://schemas.microsoft.com/office/drawing/2014/main" id="{C4CA7272-D1D0-4DEB-8AB8-5689C63F1DAD}"/>
              </a:ext>
            </a:extLst>
          </p:cNvPr>
          <p:cNvSpPr/>
          <p:nvPr/>
        </p:nvSpPr>
        <p:spPr>
          <a:xfrm>
            <a:off x="3272058" y="2500739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이등변 삼각형 130">
            <a:extLst>
              <a:ext uri="{FF2B5EF4-FFF2-40B4-BE49-F238E27FC236}">
                <a16:creationId xmlns:a16="http://schemas.microsoft.com/office/drawing/2014/main" id="{65D470DC-F1D9-4360-A950-239B748D3D93}"/>
              </a:ext>
            </a:extLst>
          </p:cNvPr>
          <p:cNvSpPr/>
          <p:nvPr/>
        </p:nvSpPr>
        <p:spPr>
          <a:xfrm>
            <a:off x="2983148" y="2100903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17A3DC4-666C-4255-AAAE-FD92B86E467E}"/>
              </a:ext>
            </a:extLst>
          </p:cNvPr>
          <p:cNvSpPr/>
          <p:nvPr/>
        </p:nvSpPr>
        <p:spPr>
          <a:xfrm>
            <a:off x="1972875" y="2541784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C1EB3A0-63C8-47DC-A432-DA6961373628}"/>
              </a:ext>
            </a:extLst>
          </p:cNvPr>
          <p:cNvSpPr/>
          <p:nvPr/>
        </p:nvSpPr>
        <p:spPr>
          <a:xfrm>
            <a:off x="2254831" y="2107779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0F967AA-E907-42B7-AB89-14063031E5F6}"/>
              </a:ext>
            </a:extLst>
          </p:cNvPr>
          <p:cNvSpPr/>
          <p:nvPr/>
        </p:nvSpPr>
        <p:spPr>
          <a:xfrm>
            <a:off x="2527539" y="2541784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C6CD8E9-0F69-492C-84B2-DBC8330B7422}"/>
              </a:ext>
            </a:extLst>
          </p:cNvPr>
          <p:cNvSpPr/>
          <p:nvPr/>
        </p:nvSpPr>
        <p:spPr>
          <a:xfrm>
            <a:off x="1692006" y="211836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D9C6C82D-673B-4778-9180-5A6E2731F62C}"/>
              </a:ext>
            </a:extLst>
          </p:cNvPr>
          <p:cNvSpPr/>
          <p:nvPr/>
        </p:nvSpPr>
        <p:spPr>
          <a:xfrm>
            <a:off x="1065645" y="217395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A0D3EEB5-6E18-4E7F-AA57-9A48147EFB77}"/>
              </a:ext>
            </a:extLst>
          </p:cNvPr>
          <p:cNvSpPr/>
          <p:nvPr/>
        </p:nvSpPr>
        <p:spPr>
          <a:xfrm>
            <a:off x="807111" y="2608309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1B0FA960-2216-4359-BB48-5D9F5CCFF6B7}"/>
              </a:ext>
            </a:extLst>
          </p:cNvPr>
          <p:cNvSpPr/>
          <p:nvPr/>
        </p:nvSpPr>
        <p:spPr>
          <a:xfrm>
            <a:off x="1308354" y="2597159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9" name="말풍선: 사각형 138">
            <a:extLst>
              <a:ext uri="{FF2B5EF4-FFF2-40B4-BE49-F238E27FC236}">
                <a16:creationId xmlns:a16="http://schemas.microsoft.com/office/drawing/2014/main" id="{0A31ABBB-E5F5-4BA4-87E6-0CB2DF246985}"/>
              </a:ext>
            </a:extLst>
          </p:cNvPr>
          <p:cNvSpPr/>
          <p:nvPr/>
        </p:nvSpPr>
        <p:spPr>
          <a:xfrm>
            <a:off x="218790" y="1810358"/>
            <a:ext cx="1089564" cy="915085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① 잘했어요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이제 벽화를 색칠해봐요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② 페인트 소개를 부탁해요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A8B49BEA-94D3-4AF0-B433-8559F840A4A3}"/>
              </a:ext>
            </a:extLst>
          </p:cNvPr>
          <p:cNvSpPr/>
          <p:nvPr/>
        </p:nvSpPr>
        <p:spPr>
          <a:xfrm>
            <a:off x="1175765" y="1819848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9E21E412-FE46-44A6-807D-8B292C708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297" y="3399434"/>
            <a:ext cx="2548760" cy="336601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17BA82E7-A67C-4AA7-A996-DA32F89C25C2}"/>
              </a:ext>
            </a:extLst>
          </p:cNvPr>
          <p:cNvSpPr txBox="1"/>
          <p:nvPr/>
        </p:nvSpPr>
        <p:spPr>
          <a:xfrm>
            <a:off x="829017" y="3335707"/>
            <a:ext cx="2748079" cy="276999"/>
          </a:xfrm>
          <a:prstGeom prst="rect">
            <a:avLst/>
          </a:prstGeom>
          <a:solidFill>
            <a:srgbClr val="F8FA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모양으로 세 수의 덧셈과 뺄셈하기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D3E84A-509F-4D06-9C21-C5552387C9D6}"/>
              </a:ext>
            </a:extLst>
          </p:cNvPr>
          <p:cNvSpPr txBox="1"/>
          <p:nvPr/>
        </p:nvSpPr>
        <p:spPr>
          <a:xfrm>
            <a:off x="1272927" y="1289686"/>
            <a:ext cx="17430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                 모양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5103A6D-436E-4EDC-9D18-9A9B16BCB0B8}"/>
              </a:ext>
            </a:extLst>
          </p:cNvPr>
          <p:cNvSpPr/>
          <p:nvPr/>
        </p:nvSpPr>
        <p:spPr>
          <a:xfrm>
            <a:off x="1754785" y="1345917"/>
            <a:ext cx="208314" cy="206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C9A72247-B02E-4DB2-A38A-FD0F7122CF51}"/>
              </a:ext>
            </a:extLst>
          </p:cNvPr>
          <p:cNvSpPr/>
          <p:nvPr/>
        </p:nvSpPr>
        <p:spPr>
          <a:xfrm>
            <a:off x="1463004" y="1364326"/>
            <a:ext cx="164451" cy="164451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이등변 삼각형 87">
            <a:extLst>
              <a:ext uri="{FF2B5EF4-FFF2-40B4-BE49-F238E27FC236}">
                <a16:creationId xmlns:a16="http://schemas.microsoft.com/office/drawing/2014/main" id="{57282C98-6042-4930-8F15-11B88040E6E5}"/>
              </a:ext>
            </a:extLst>
          </p:cNvPr>
          <p:cNvSpPr/>
          <p:nvPr/>
        </p:nvSpPr>
        <p:spPr>
          <a:xfrm>
            <a:off x="2041778" y="1285954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59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5" name="텍스트 개체 틀 3">
            <a:extLst>
              <a:ext uri="{FF2B5EF4-FFF2-40B4-BE49-F238E27FC236}">
                <a16:creationId xmlns:a16="http://schemas.microsoft.com/office/drawing/2014/main" id="{AD0139F1-D246-4418-95AC-FE35C5555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0" y="856314"/>
            <a:ext cx="1455169" cy="254707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수리가 필요해요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B1671AE0-EE48-457F-83D4-5DB4D51AAD6E}"/>
              </a:ext>
            </a:extLst>
          </p:cNvPr>
          <p:cNvSpPr txBox="1">
            <a:spLocks/>
          </p:cNvSpPr>
          <p:nvPr/>
        </p:nvSpPr>
        <p:spPr>
          <a:xfrm>
            <a:off x="7756748" y="2963174"/>
            <a:ext cx="4087320" cy="247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accent5"/>
                </a:solidFill>
                <a:latin typeface="Yu Gothic UI Semibold" panose="020B0700000000000000" pitchFamily="34" charset="-128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3. </a:t>
            </a:r>
            <a:r>
              <a:rPr lang="ko-KR" altLang="en-US" sz="2400" dirty="0"/>
              <a:t>수리가 필요해요 </a:t>
            </a:r>
            <a:r>
              <a:rPr lang="en-US" altLang="ko-KR" sz="2400" dirty="0"/>
              <a:t>2</a:t>
            </a:r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본 장면은 활동 구분과 상단</a:t>
            </a:r>
            <a:r>
              <a:rPr lang="en-US" altLang="ko-KR" sz="2400" dirty="0"/>
              <a:t>UI </a:t>
            </a:r>
            <a:r>
              <a:rPr lang="ko-KR" altLang="en-US" sz="2400" dirty="0"/>
              <a:t>변경을 위한 것으로 별도 개발</a:t>
            </a:r>
            <a:r>
              <a:rPr lang="en-US" altLang="ko-KR" sz="2400" dirty="0"/>
              <a:t>X)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8FE24B-5205-4739-BD80-350AE2E6B4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534" b="9513"/>
          <a:stretch/>
        </p:blipFill>
        <p:spPr>
          <a:xfrm>
            <a:off x="1147144" y="2616738"/>
            <a:ext cx="5119599" cy="262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B67500-D0F0-4633-9EED-1D1AA84466EB}"/>
              </a:ext>
            </a:extLst>
          </p:cNvPr>
          <p:cNvSpPr txBox="1"/>
          <p:nvPr/>
        </p:nvSpPr>
        <p:spPr>
          <a:xfrm>
            <a:off x="1925332" y="2640550"/>
            <a:ext cx="10358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accent4"/>
                </a:solidFill>
              </a:rPr>
              <a:t>수리가 필요해요 </a:t>
            </a:r>
            <a:r>
              <a:rPr lang="en-US" altLang="ko-KR" sz="800" b="1" dirty="0">
                <a:solidFill>
                  <a:schemeClr val="accent4"/>
                </a:solidFill>
              </a:rPr>
              <a:t>2</a:t>
            </a:r>
            <a:endParaRPr lang="ko-KR" altLang="en-US" sz="800" b="1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6139E-6721-4439-A499-C959316DB965}"/>
              </a:ext>
            </a:extLst>
          </p:cNvPr>
          <p:cNvSpPr txBox="1"/>
          <p:nvPr/>
        </p:nvSpPr>
        <p:spPr>
          <a:xfrm>
            <a:off x="2874044" y="2616980"/>
            <a:ext cx="1710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알록달록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학교 담장 색칠하기</a:t>
            </a: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23B92FE6-BAF0-4638-8035-0FFC9AE4EA64}"/>
              </a:ext>
            </a:extLst>
          </p:cNvPr>
          <p:cNvSpPr/>
          <p:nvPr/>
        </p:nvSpPr>
        <p:spPr>
          <a:xfrm rot="20957324">
            <a:off x="2264955" y="1966077"/>
            <a:ext cx="225984" cy="5952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C3ECC-E62F-4F8E-88AF-9F8EEF7C777F}"/>
              </a:ext>
            </a:extLst>
          </p:cNvPr>
          <p:cNvSpPr txBox="1"/>
          <p:nvPr/>
        </p:nvSpPr>
        <p:spPr>
          <a:xfrm>
            <a:off x="218289" y="1506503"/>
            <a:ext cx="5134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수리가 필요해요 </a:t>
            </a:r>
            <a:r>
              <a:rPr lang="en-US" altLang="ko-KR" dirty="0"/>
              <a:t>2</a:t>
            </a:r>
            <a:r>
              <a:rPr lang="ko-KR" altLang="en-US" dirty="0"/>
              <a:t>로 상단 </a:t>
            </a:r>
            <a:r>
              <a:rPr lang="en-US" altLang="ko-KR" dirty="0"/>
              <a:t>UI</a:t>
            </a:r>
            <a:r>
              <a:rPr lang="ko-KR" altLang="en-US" dirty="0"/>
              <a:t>변경하여 이후 적용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7AD6FC8-B0A7-4406-AFF5-9E486C4BD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26" y="2879222"/>
            <a:ext cx="5114911" cy="353383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3023489-601E-4EBD-9C29-4FF8FB92A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754" y="2619511"/>
            <a:ext cx="1122028" cy="2137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D42E0F3-EEBB-4520-A938-8818256FE7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54" t="31996" r="26247" b="35552"/>
          <a:stretch/>
        </p:blipFill>
        <p:spPr>
          <a:xfrm>
            <a:off x="1187145" y="2655965"/>
            <a:ext cx="588865" cy="1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08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792083"/>
              </p:ext>
            </p:extLst>
          </p:nvPr>
        </p:nvGraphicFramePr>
        <p:xfrm>
          <a:off x="7675178" y="2425093"/>
          <a:ext cx="4449042" cy="2488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대화창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전개 후 삭제한 다음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② 순으로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대화창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및 오디오 송출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페인트통 등장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 등장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974665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입력창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입력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436806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596327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페인트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통으로 모양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개를 쓸 수 있음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.(10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 되는 덧셈과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에서 빼기를 위한 도입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색칠 활동을 통하여 세수의 덧셈과 뺄셈의 기초개념 지도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43580FFA-35D4-4A88-B043-3F2871447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92" y="3135794"/>
            <a:ext cx="8378432" cy="256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" name="그림 162">
            <a:extLst>
              <a:ext uri="{FF2B5EF4-FFF2-40B4-BE49-F238E27FC236}">
                <a16:creationId xmlns:a16="http://schemas.microsoft.com/office/drawing/2014/main" id="{B8A214B6-DD13-4235-B0F0-34B27131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64" y="4006628"/>
            <a:ext cx="3617884" cy="2716628"/>
          </a:xfrm>
          <a:prstGeom prst="rect">
            <a:avLst/>
          </a:prstGeom>
        </p:spPr>
      </p:pic>
      <p:pic>
        <p:nvPicPr>
          <p:cNvPr id="164" name="그림 163">
            <a:extLst>
              <a:ext uri="{FF2B5EF4-FFF2-40B4-BE49-F238E27FC236}">
                <a16:creationId xmlns:a16="http://schemas.microsoft.com/office/drawing/2014/main" id="{55048C1D-D9FE-424E-8E02-DBDC564CF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658" y="4116113"/>
            <a:ext cx="3617884" cy="2716628"/>
          </a:xfrm>
          <a:prstGeom prst="rect">
            <a:avLst/>
          </a:prstGeom>
        </p:spPr>
      </p:pic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5A31346F-E9A6-44DD-96DA-A1CA36F15067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그림 166">
            <a:extLst>
              <a:ext uri="{FF2B5EF4-FFF2-40B4-BE49-F238E27FC236}">
                <a16:creationId xmlns:a16="http://schemas.microsoft.com/office/drawing/2014/main" id="{ADC5C630-A8DE-4E91-BC3F-2138212CE8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288947" y="5270088"/>
            <a:ext cx="1108309" cy="1196503"/>
          </a:xfrm>
          <a:prstGeom prst="rect">
            <a:avLst/>
          </a:prstGeom>
        </p:spPr>
      </p:pic>
      <p:sp>
        <p:nvSpPr>
          <p:cNvPr id="169" name="타원 168">
            <a:extLst>
              <a:ext uri="{FF2B5EF4-FFF2-40B4-BE49-F238E27FC236}">
                <a16:creationId xmlns:a16="http://schemas.microsoft.com/office/drawing/2014/main" id="{DEC5D2EC-F331-43A2-A148-932380A0F40A}"/>
              </a:ext>
            </a:extLst>
          </p:cNvPr>
          <p:cNvSpPr/>
          <p:nvPr/>
        </p:nvSpPr>
        <p:spPr>
          <a:xfrm>
            <a:off x="4660409" y="502585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6D94B2EB-85B0-44E6-BE50-B5C35ED36F55}"/>
              </a:ext>
            </a:extLst>
          </p:cNvPr>
          <p:cNvSpPr/>
          <p:nvPr/>
        </p:nvSpPr>
        <p:spPr>
          <a:xfrm>
            <a:off x="4416781" y="544905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731F7B4-9D6E-4F05-A509-C161036059E6}"/>
              </a:ext>
            </a:extLst>
          </p:cNvPr>
          <p:cNvSpPr/>
          <p:nvPr/>
        </p:nvSpPr>
        <p:spPr>
          <a:xfrm>
            <a:off x="3946322" y="5902173"/>
            <a:ext cx="3542001" cy="897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70AE7CF6-8D11-4507-9518-C96DB443B0CA}"/>
              </a:ext>
            </a:extLst>
          </p:cNvPr>
          <p:cNvSpPr/>
          <p:nvPr/>
        </p:nvSpPr>
        <p:spPr>
          <a:xfrm>
            <a:off x="5146746" y="502585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BC3BDE93-FD5A-4D27-8AC8-1F4DD7105340}"/>
              </a:ext>
            </a:extLst>
          </p:cNvPr>
          <p:cNvSpPr/>
          <p:nvPr/>
        </p:nvSpPr>
        <p:spPr>
          <a:xfrm>
            <a:off x="4903118" y="544905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D0678F99-8764-4847-879C-E2861AFA05FE}"/>
              </a:ext>
            </a:extLst>
          </p:cNvPr>
          <p:cNvSpPr/>
          <p:nvPr/>
        </p:nvSpPr>
        <p:spPr>
          <a:xfrm>
            <a:off x="5640419" y="502585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7FDC9496-FDB3-4736-AF7B-AE1B4C9EF754}"/>
              </a:ext>
            </a:extLst>
          </p:cNvPr>
          <p:cNvSpPr/>
          <p:nvPr/>
        </p:nvSpPr>
        <p:spPr>
          <a:xfrm>
            <a:off x="5396791" y="544905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B35B357C-244B-4309-819F-9BE7573E190E}"/>
              </a:ext>
            </a:extLst>
          </p:cNvPr>
          <p:cNvSpPr/>
          <p:nvPr/>
        </p:nvSpPr>
        <p:spPr>
          <a:xfrm>
            <a:off x="5861209" y="544905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7" name="말풍선: 사각형 67">
            <a:extLst>
              <a:ext uri="{FF2B5EF4-FFF2-40B4-BE49-F238E27FC236}">
                <a16:creationId xmlns:a16="http://schemas.microsoft.com/office/drawing/2014/main" id="{742F7BDA-369F-4A10-940E-384A8074026D}"/>
              </a:ext>
            </a:extLst>
          </p:cNvPr>
          <p:cNvSpPr/>
          <p:nvPr/>
        </p:nvSpPr>
        <p:spPr>
          <a:xfrm>
            <a:off x="303682" y="4576677"/>
            <a:ext cx="1397615" cy="526035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E894EB2-11D6-40F0-AAC9-D360A11C507F}"/>
              </a:ext>
            </a:extLst>
          </p:cNvPr>
          <p:cNvSpPr txBox="1"/>
          <p:nvPr/>
        </p:nvSpPr>
        <p:spPr>
          <a:xfrm>
            <a:off x="387683" y="4630880"/>
            <a:ext cx="1477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통에 모양을 </a:t>
            </a:r>
            <a:r>
              <a:rPr lang="en-US" altLang="ko-KR" sz="1000" dirty="0"/>
              <a:t>10</a:t>
            </a:r>
            <a:r>
              <a:rPr lang="ko-KR" altLang="en-US" sz="1000" dirty="0"/>
              <a:t>개씩 그릴 수 있어요</a:t>
            </a:r>
            <a:r>
              <a:rPr lang="en-US" altLang="ko-KR" sz="1000" dirty="0"/>
              <a:t>!</a:t>
            </a:r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7B291E-6072-4FD2-9421-267FBABC4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845" y="4963040"/>
            <a:ext cx="619125" cy="571500"/>
          </a:xfrm>
          <a:prstGeom prst="rect">
            <a:avLst/>
          </a:prstGeom>
        </p:spPr>
      </p:pic>
      <p:sp>
        <p:nvSpPr>
          <p:cNvPr id="76" name="타원 75">
            <a:extLst>
              <a:ext uri="{FF2B5EF4-FFF2-40B4-BE49-F238E27FC236}">
                <a16:creationId xmlns:a16="http://schemas.microsoft.com/office/drawing/2014/main" id="{CF6BD94E-8455-4C3E-BD46-D85254A00566}"/>
              </a:ext>
            </a:extLst>
          </p:cNvPr>
          <p:cNvSpPr/>
          <p:nvPr/>
        </p:nvSpPr>
        <p:spPr>
          <a:xfrm>
            <a:off x="1636362" y="5508329"/>
            <a:ext cx="130213" cy="130213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F8A7FF1-5DEF-4E10-8AE4-5FE63733255F}"/>
              </a:ext>
            </a:extLst>
          </p:cNvPr>
          <p:cNvSpPr/>
          <p:nvPr/>
        </p:nvSpPr>
        <p:spPr>
          <a:xfrm>
            <a:off x="1930285" y="5513171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12712E13-3A8F-4539-85E9-A84AE79D1767}"/>
              </a:ext>
            </a:extLst>
          </p:cNvPr>
          <p:cNvSpPr/>
          <p:nvPr/>
        </p:nvSpPr>
        <p:spPr>
          <a:xfrm>
            <a:off x="2228648" y="5503954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1847080-52B2-495D-A986-4A7C78B57D2D}"/>
              </a:ext>
            </a:extLst>
          </p:cNvPr>
          <p:cNvSpPr/>
          <p:nvPr/>
        </p:nvSpPr>
        <p:spPr>
          <a:xfrm>
            <a:off x="2521622" y="5503954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C468A2A4-70F8-4A81-B907-C01FD8B06539}"/>
              </a:ext>
            </a:extLst>
          </p:cNvPr>
          <p:cNvSpPr/>
          <p:nvPr/>
        </p:nvSpPr>
        <p:spPr>
          <a:xfrm>
            <a:off x="2825603" y="5503954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19FEDEAB-AD8C-43F4-9EE1-B730D3BA17BE}"/>
              </a:ext>
            </a:extLst>
          </p:cNvPr>
          <p:cNvSpPr/>
          <p:nvPr/>
        </p:nvSpPr>
        <p:spPr>
          <a:xfrm>
            <a:off x="1636362" y="5773743"/>
            <a:ext cx="130213" cy="130213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C703DA93-B2B3-4D4D-A231-86434B91D077}"/>
              </a:ext>
            </a:extLst>
          </p:cNvPr>
          <p:cNvSpPr/>
          <p:nvPr/>
        </p:nvSpPr>
        <p:spPr>
          <a:xfrm>
            <a:off x="1930285" y="5778585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83FABE56-13CC-42B2-9BB1-414765DA89D0}"/>
              </a:ext>
            </a:extLst>
          </p:cNvPr>
          <p:cNvSpPr/>
          <p:nvPr/>
        </p:nvSpPr>
        <p:spPr>
          <a:xfrm>
            <a:off x="2228648" y="5769368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87C276E-624C-416C-BFDC-B3C8320F80E7}"/>
              </a:ext>
            </a:extLst>
          </p:cNvPr>
          <p:cNvSpPr/>
          <p:nvPr/>
        </p:nvSpPr>
        <p:spPr>
          <a:xfrm>
            <a:off x="2521622" y="5769368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896D6D2-A63F-4905-AE72-55DF1502C00E}"/>
              </a:ext>
            </a:extLst>
          </p:cNvPr>
          <p:cNvSpPr/>
          <p:nvPr/>
        </p:nvSpPr>
        <p:spPr>
          <a:xfrm>
            <a:off x="2825603" y="5769368"/>
            <a:ext cx="130213" cy="117494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B5CD517C-3940-4307-98DC-97C2616E0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283" y="4801218"/>
            <a:ext cx="619125" cy="571500"/>
          </a:xfrm>
          <a:prstGeom prst="rect">
            <a:avLst/>
          </a:prstGeom>
        </p:spPr>
      </p:pic>
      <p:sp>
        <p:nvSpPr>
          <p:cNvPr id="100" name="타원 99">
            <a:extLst>
              <a:ext uri="{FF2B5EF4-FFF2-40B4-BE49-F238E27FC236}">
                <a16:creationId xmlns:a16="http://schemas.microsoft.com/office/drawing/2014/main" id="{53609DC4-D436-4393-9DA6-0CB25AB63FBD}"/>
              </a:ext>
            </a:extLst>
          </p:cNvPr>
          <p:cNvSpPr/>
          <p:nvPr/>
        </p:nvSpPr>
        <p:spPr>
          <a:xfrm>
            <a:off x="285068" y="4296328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8448B1F8-AEBB-4363-B312-664D492436ED}"/>
              </a:ext>
            </a:extLst>
          </p:cNvPr>
          <p:cNvSpPr/>
          <p:nvPr/>
        </p:nvSpPr>
        <p:spPr>
          <a:xfrm>
            <a:off x="1389125" y="517661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9C85FAEB-8850-47BB-82F1-D72789FB515A}"/>
              </a:ext>
            </a:extLst>
          </p:cNvPr>
          <p:cNvSpPr/>
          <p:nvPr/>
        </p:nvSpPr>
        <p:spPr>
          <a:xfrm>
            <a:off x="4116068" y="5727429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1742103-5CC7-4825-A633-ACFE53E9363B}"/>
              </a:ext>
            </a:extLst>
          </p:cNvPr>
          <p:cNvSpPr txBox="1"/>
          <p:nvPr/>
        </p:nvSpPr>
        <p:spPr>
          <a:xfrm>
            <a:off x="5210741" y="6303374"/>
            <a:ext cx="697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    )</a:t>
            </a:r>
            <a:endParaRPr lang="ko-KR" altLang="en-US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FF7A2465-E566-4EE4-AC04-A5E41626A6FB}"/>
              </a:ext>
            </a:extLst>
          </p:cNvPr>
          <p:cNvSpPr/>
          <p:nvPr/>
        </p:nvSpPr>
        <p:spPr>
          <a:xfrm>
            <a:off x="4990129" y="626347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A351A2A-D5ED-40DD-9AA1-C71BB34BDDED}"/>
              </a:ext>
            </a:extLst>
          </p:cNvPr>
          <p:cNvSpPr txBox="1"/>
          <p:nvPr/>
        </p:nvSpPr>
        <p:spPr>
          <a:xfrm>
            <a:off x="4354540" y="6001730"/>
            <a:ext cx="243625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       모양은 모두 몇 개인가요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49C81EF1-2C74-4005-9D13-099C5C0CBFAD}"/>
              </a:ext>
            </a:extLst>
          </p:cNvPr>
          <p:cNvSpPr/>
          <p:nvPr/>
        </p:nvSpPr>
        <p:spPr>
          <a:xfrm>
            <a:off x="4584341" y="607259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4B41FE6-9EE2-406A-8CDD-360319519468}"/>
              </a:ext>
            </a:extLst>
          </p:cNvPr>
          <p:cNvCxnSpPr>
            <a:cxnSpLocks/>
          </p:cNvCxnSpPr>
          <p:nvPr/>
        </p:nvCxnSpPr>
        <p:spPr>
          <a:xfrm>
            <a:off x="146122" y="3874287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0" name="그림 139">
            <a:extLst>
              <a:ext uri="{FF2B5EF4-FFF2-40B4-BE49-F238E27FC236}">
                <a16:creationId xmlns:a16="http://schemas.microsoft.com/office/drawing/2014/main" id="{130B9A55-0E41-4A64-B709-B4A8A10F4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922" y="1083364"/>
            <a:ext cx="3617884" cy="2716628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FD91972F-BE3F-42B5-A6B3-720692E158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3907784" y="2544730"/>
            <a:ext cx="1108309" cy="1196503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A4935D45-D1FD-4CE5-9AC1-5EE049B82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555" y="1869987"/>
            <a:ext cx="619125" cy="571500"/>
          </a:xfrm>
          <a:prstGeom prst="rect">
            <a:avLst/>
          </a:prstGeom>
        </p:spPr>
      </p:pic>
      <p:sp>
        <p:nvSpPr>
          <p:cNvPr id="155" name="타원 154">
            <a:extLst>
              <a:ext uri="{FF2B5EF4-FFF2-40B4-BE49-F238E27FC236}">
                <a16:creationId xmlns:a16="http://schemas.microsoft.com/office/drawing/2014/main" id="{C97A5539-1209-4DDD-A386-B5901DF8470B}"/>
              </a:ext>
            </a:extLst>
          </p:cNvPr>
          <p:cNvSpPr/>
          <p:nvPr/>
        </p:nvSpPr>
        <p:spPr>
          <a:xfrm>
            <a:off x="6382429" y="1678938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F5A93548-D1AB-4EEA-BD64-B69713A99FDE}"/>
              </a:ext>
            </a:extLst>
          </p:cNvPr>
          <p:cNvSpPr/>
          <p:nvPr/>
        </p:nvSpPr>
        <p:spPr>
          <a:xfrm>
            <a:off x="3678402" y="1650135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63BC369D-C37A-49A6-B854-96AB47EA4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366" y="5873683"/>
            <a:ext cx="607532" cy="935083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8BF16136-89FB-4DCA-AA26-60530A73FA6D}"/>
              </a:ext>
            </a:extLst>
          </p:cNvPr>
          <p:cNvSpPr txBox="1"/>
          <p:nvPr/>
        </p:nvSpPr>
        <p:spPr>
          <a:xfrm>
            <a:off x="4800799" y="1171980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DBB249-89A7-490E-8857-610161B244C2}"/>
              </a:ext>
            </a:extLst>
          </p:cNvPr>
          <p:cNvSpPr txBox="1"/>
          <p:nvPr/>
        </p:nvSpPr>
        <p:spPr>
          <a:xfrm>
            <a:off x="903163" y="415811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수의 덧셈과 뺄셈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ED7C10-FCAB-420F-AEE4-E561B1838AEA}"/>
              </a:ext>
            </a:extLst>
          </p:cNvPr>
          <p:cNvSpPr txBox="1"/>
          <p:nvPr/>
        </p:nvSpPr>
        <p:spPr>
          <a:xfrm>
            <a:off x="4721338" y="419122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54" name="말풍선: 사각형 53">
            <a:extLst>
              <a:ext uri="{FF2B5EF4-FFF2-40B4-BE49-F238E27FC236}">
                <a16:creationId xmlns:a16="http://schemas.microsoft.com/office/drawing/2014/main" id="{3BC65BD7-A2D3-4ED0-8E88-FC03E8F5FA8D}"/>
              </a:ext>
            </a:extLst>
          </p:cNvPr>
          <p:cNvSpPr/>
          <p:nvPr/>
        </p:nvSpPr>
        <p:spPr>
          <a:xfrm>
            <a:off x="3958791" y="1298247"/>
            <a:ext cx="1344572" cy="1113313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①페인트 소개는 저희가 </a:t>
            </a:r>
            <a:r>
              <a:rPr lang="ko-KR" altLang="en-US" sz="1100" dirty="0" err="1">
                <a:solidFill>
                  <a:schemeClr val="tx1"/>
                </a:solidFill>
              </a:rPr>
              <a:t>할게요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②이것을 페인트라고 해요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초록색부터 </a:t>
            </a:r>
            <a:r>
              <a:rPr lang="ko-KR" altLang="en-US" sz="1100" dirty="0" err="1">
                <a:solidFill>
                  <a:schemeClr val="tx1"/>
                </a:solidFill>
              </a:rPr>
              <a:t>알려드릴게요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793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36400"/>
              </p:ext>
            </p:extLst>
          </p:nvPr>
        </p:nvGraphicFramePr>
        <p:xfrm>
          <a:off x="7675178" y="2425093"/>
          <a:ext cx="4449042" cy="3335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 추가 등장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입력창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키패드</a:t>
                      </a:r>
                      <a:r>
                        <a:rPr lang="ko-KR" altLang="en-US" sz="1050" dirty="0"/>
                        <a:t> 입력 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주인공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페인트통 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페인트통 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270253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987882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주인공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907574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등장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 추가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549614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입력창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입력 방식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641950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823931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색칠 활동을 통하여 세수의 덧셈과 뺄셈의 기초개념 지도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*7 -&gt; 7+3 -&gt; 10(=7+3) + 2 -&gt; 7 + 3 +2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과정을 통하여 세 수의 덧셈의 기초 원리 지도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그림 95">
            <a:extLst>
              <a:ext uri="{FF2B5EF4-FFF2-40B4-BE49-F238E27FC236}">
                <a16:creationId xmlns:a16="http://schemas.microsoft.com/office/drawing/2014/main" id="{9DF633D1-DC0F-4DB4-8D69-BF9E62242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357" y="1249085"/>
            <a:ext cx="3617884" cy="2716628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33C81FF2-3631-4B2E-A555-C3083ABAF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" y="1147140"/>
            <a:ext cx="3617884" cy="2716628"/>
          </a:xfrm>
          <a:prstGeom prst="rect">
            <a:avLst/>
          </a:prstGeom>
        </p:spPr>
      </p:pic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8E9A84CF-1BA0-419E-B4C1-3590EAFD6B12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타원 101">
            <a:extLst>
              <a:ext uri="{FF2B5EF4-FFF2-40B4-BE49-F238E27FC236}">
                <a16:creationId xmlns:a16="http://schemas.microsoft.com/office/drawing/2014/main" id="{4EB88D70-0FBC-4B98-9E0D-CA6A9DD262CD}"/>
              </a:ext>
            </a:extLst>
          </p:cNvPr>
          <p:cNvSpPr/>
          <p:nvPr/>
        </p:nvSpPr>
        <p:spPr>
          <a:xfrm>
            <a:off x="925552" y="226579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614325A1-7E04-4599-8B41-3984C4A4EBE8}"/>
              </a:ext>
            </a:extLst>
          </p:cNvPr>
          <p:cNvSpPr/>
          <p:nvPr/>
        </p:nvSpPr>
        <p:spPr>
          <a:xfrm>
            <a:off x="681924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71CAFB7-8504-4518-9C59-FB3C48750BC2}"/>
              </a:ext>
            </a:extLst>
          </p:cNvPr>
          <p:cNvSpPr/>
          <p:nvPr/>
        </p:nvSpPr>
        <p:spPr>
          <a:xfrm>
            <a:off x="211466" y="3142111"/>
            <a:ext cx="3513522" cy="673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7AF3166-D976-4E83-80D9-6EA06255FE50}"/>
              </a:ext>
            </a:extLst>
          </p:cNvPr>
          <p:cNvSpPr/>
          <p:nvPr/>
        </p:nvSpPr>
        <p:spPr>
          <a:xfrm>
            <a:off x="1411889" y="226579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7C3475E4-C9BF-46CF-917E-CE7378595273}"/>
              </a:ext>
            </a:extLst>
          </p:cNvPr>
          <p:cNvSpPr/>
          <p:nvPr/>
        </p:nvSpPr>
        <p:spPr>
          <a:xfrm>
            <a:off x="1168261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F577D53-3558-4EAE-ACAC-E2D4CA9812BC}"/>
              </a:ext>
            </a:extLst>
          </p:cNvPr>
          <p:cNvSpPr/>
          <p:nvPr/>
        </p:nvSpPr>
        <p:spPr>
          <a:xfrm>
            <a:off x="1905562" y="226579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F3003B60-07E0-473B-A9B0-4F406B608CC7}"/>
              </a:ext>
            </a:extLst>
          </p:cNvPr>
          <p:cNvSpPr/>
          <p:nvPr/>
        </p:nvSpPr>
        <p:spPr>
          <a:xfrm>
            <a:off x="1661934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BB95F1A0-7376-4B48-91E7-540510277448}"/>
              </a:ext>
            </a:extLst>
          </p:cNvPr>
          <p:cNvSpPr/>
          <p:nvPr/>
        </p:nvSpPr>
        <p:spPr>
          <a:xfrm>
            <a:off x="2126352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5CD1383C-8ECC-482E-B4A0-A0DD2641E011}"/>
              </a:ext>
            </a:extLst>
          </p:cNvPr>
          <p:cNvSpPr/>
          <p:nvPr/>
        </p:nvSpPr>
        <p:spPr>
          <a:xfrm>
            <a:off x="1169147" y="3306268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 7 + 3 = (   )</a:t>
            </a:r>
            <a:endParaRPr lang="ko-KR" altLang="en-US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5DA6D4EB-EB49-426B-8128-676EDF34A330}"/>
              </a:ext>
            </a:extLst>
          </p:cNvPr>
          <p:cNvSpPr/>
          <p:nvPr/>
        </p:nvSpPr>
        <p:spPr>
          <a:xfrm>
            <a:off x="2387559" y="226167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AD8EA18F-3C43-4465-8317-9DFCDF86D3C6}"/>
              </a:ext>
            </a:extLst>
          </p:cNvPr>
          <p:cNvSpPr/>
          <p:nvPr/>
        </p:nvSpPr>
        <p:spPr>
          <a:xfrm>
            <a:off x="2622200" y="2688992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00BDAF3B-E9DC-4B05-9668-0D8048F64E20}"/>
              </a:ext>
            </a:extLst>
          </p:cNvPr>
          <p:cNvSpPr/>
          <p:nvPr/>
        </p:nvSpPr>
        <p:spPr>
          <a:xfrm>
            <a:off x="2880204" y="226167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EDA65CB6-620D-434F-8CD2-FBC2CFD25B86}"/>
              </a:ext>
            </a:extLst>
          </p:cNvPr>
          <p:cNvSpPr/>
          <p:nvPr/>
        </p:nvSpPr>
        <p:spPr>
          <a:xfrm>
            <a:off x="4699847" y="221672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F4D60D5-051E-4374-BC21-CA329EEFFDA7}"/>
              </a:ext>
            </a:extLst>
          </p:cNvPr>
          <p:cNvSpPr/>
          <p:nvPr/>
        </p:nvSpPr>
        <p:spPr>
          <a:xfrm>
            <a:off x="4456219" y="263992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F83FD6C3-E60B-4990-B9F6-D6DA307A964F}"/>
              </a:ext>
            </a:extLst>
          </p:cNvPr>
          <p:cNvSpPr/>
          <p:nvPr/>
        </p:nvSpPr>
        <p:spPr>
          <a:xfrm>
            <a:off x="5186184" y="221672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9EC7451F-15E1-41D1-8710-A462A82D2668}"/>
              </a:ext>
            </a:extLst>
          </p:cNvPr>
          <p:cNvSpPr/>
          <p:nvPr/>
        </p:nvSpPr>
        <p:spPr>
          <a:xfrm>
            <a:off x="4942556" y="263992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70DCA5E3-FB03-4F6E-AC6A-381D9D5EBE00}"/>
              </a:ext>
            </a:extLst>
          </p:cNvPr>
          <p:cNvSpPr/>
          <p:nvPr/>
        </p:nvSpPr>
        <p:spPr>
          <a:xfrm>
            <a:off x="5679857" y="221672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5BE78D8E-38ED-4AB1-826C-F50A23EA706D}"/>
              </a:ext>
            </a:extLst>
          </p:cNvPr>
          <p:cNvSpPr/>
          <p:nvPr/>
        </p:nvSpPr>
        <p:spPr>
          <a:xfrm>
            <a:off x="5436229" y="263992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050C7054-C6D4-4228-80D5-1F6FCF47F745}"/>
              </a:ext>
            </a:extLst>
          </p:cNvPr>
          <p:cNvSpPr/>
          <p:nvPr/>
        </p:nvSpPr>
        <p:spPr>
          <a:xfrm>
            <a:off x="5900647" y="263992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89395E80-05D6-4906-82B9-BDAAFCAA0E81}"/>
              </a:ext>
            </a:extLst>
          </p:cNvPr>
          <p:cNvSpPr/>
          <p:nvPr/>
        </p:nvSpPr>
        <p:spPr>
          <a:xfrm>
            <a:off x="6161854" y="221260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58B64979-6343-4EBD-AD0E-278F558F75E0}"/>
              </a:ext>
            </a:extLst>
          </p:cNvPr>
          <p:cNvSpPr/>
          <p:nvPr/>
        </p:nvSpPr>
        <p:spPr>
          <a:xfrm>
            <a:off x="6396495" y="2639922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47B52BE9-3020-418A-8D03-B381E44A8C80}"/>
              </a:ext>
            </a:extLst>
          </p:cNvPr>
          <p:cNvSpPr/>
          <p:nvPr/>
        </p:nvSpPr>
        <p:spPr>
          <a:xfrm>
            <a:off x="6654499" y="221260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6" name="그림 125">
            <a:extLst>
              <a:ext uri="{FF2B5EF4-FFF2-40B4-BE49-F238E27FC236}">
                <a16:creationId xmlns:a16="http://schemas.microsoft.com/office/drawing/2014/main" id="{81DE2756-8183-4F9E-ACF1-70E967192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3909243" y="2859298"/>
            <a:ext cx="981410" cy="1059506"/>
          </a:xfrm>
          <a:prstGeom prst="rect">
            <a:avLst/>
          </a:prstGeom>
        </p:spPr>
      </p:pic>
      <p:sp>
        <p:nvSpPr>
          <p:cNvPr id="127" name="말풍선: 사각형 67">
            <a:extLst>
              <a:ext uri="{FF2B5EF4-FFF2-40B4-BE49-F238E27FC236}">
                <a16:creationId xmlns:a16="http://schemas.microsoft.com/office/drawing/2014/main" id="{32C373C9-2B73-4E81-AEC9-172FBBBEDD6A}"/>
              </a:ext>
            </a:extLst>
          </p:cNvPr>
          <p:cNvSpPr/>
          <p:nvPr/>
        </p:nvSpPr>
        <p:spPr>
          <a:xfrm>
            <a:off x="4855282" y="2985266"/>
            <a:ext cx="1121416" cy="550537"/>
          </a:xfrm>
          <a:prstGeom prst="wedgeRectCallout">
            <a:avLst>
              <a:gd name="adj1" fmla="val -64860"/>
              <a:gd name="adj2" fmla="val -2516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62E6DD9-7364-4D55-901C-DBEEF053F102}"/>
              </a:ext>
            </a:extLst>
          </p:cNvPr>
          <p:cNvSpPr txBox="1"/>
          <p:nvPr/>
        </p:nvSpPr>
        <p:spPr>
          <a:xfrm>
            <a:off x="4970161" y="3043093"/>
            <a:ext cx="986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통을 더 준비했어요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129" name="그림 128">
            <a:extLst>
              <a:ext uri="{FF2B5EF4-FFF2-40B4-BE49-F238E27FC236}">
                <a16:creationId xmlns:a16="http://schemas.microsoft.com/office/drawing/2014/main" id="{32C80B6E-A346-4718-A43E-9690228D36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635" t="7248" r="17419" b="6958"/>
          <a:stretch/>
        </p:blipFill>
        <p:spPr>
          <a:xfrm>
            <a:off x="6486027" y="3051555"/>
            <a:ext cx="908288" cy="832565"/>
          </a:xfrm>
          <a:prstGeom prst="rect">
            <a:avLst/>
          </a:prstGeom>
        </p:spPr>
      </p:pic>
      <p:sp>
        <p:nvSpPr>
          <p:cNvPr id="130" name="말풍선: 사각형 67">
            <a:extLst>
              <a:ext uri="{FF2B5EF4-FFF2-40B4-BE49-F238E27FC236}">
                <a16:creationId xmlns:a16="http://schemas.microsoft.com/office/drawing/2014/main" id="{A8F2DA3B-EE5A-4BC6-B82F-7953D1157D03}"/>
              </a:ext>
            </a:extLst>
          </p:cNvPr>
          <p:cNvSpPr/>
          <p:nvPr/>
        </p:nvSpPr>
        <p:spPr>
          <a:xfrm>
            <a:off x="6845761" y="2327446"/>
            <a:ext cx="741594" cy="648900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2A588B2-8579-48A4-90D7-876C2C14782C}"/>
              </a:ext>
            </a:extLst>
          </p:cNvPr>
          <p:cNvSpPr txBox="1"/>
          <p:nvPr/>
        </p:nvSpPr>
        <p:spPr>
          <a:xfrm>
            <a:off x="6766488" y="2402788"/>
            <a:ext cx="942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페인트 </a:t>
            </a:r>
            <a:r>
              <a:rPr lang="en-US" altLang="ko-KR" sz="1000" dirty="0"/>
              <a:t>1</a:t>
            </a:r>
            <a:r>
              <a:rPr lang="ko-KR" altLang="en-US" sz="1000" dirty="0"/>
              <a:t>통을 다 </a:t>
            </a:r>
            <a:r>
              <a:rPr lang="ko-KR" altLang="en-US" sz="1000" dirty="0" err="1"/>
              <a:t>썼어요</a:t>
            </a:r>
            <a:endParaRPr lang="ko-KR" altLang="en-US" sz="1000" dirty="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69B58E3-0535-4983-908B-C8F428617341}"/>
              </a:ext>
            </a:extLst>
          </p:cNvPr>
          <p:cNvSpPr/>
          <p:nvPr/>
        </p:nvSpPr>
        <p:spPr>
          <a:xfrm>
            <a:off x="853565" y="1796251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7C46D92B-7A37-4CD7-8083-9674498AC960}"/>
              </a:ext>
            </a:extLst>
          </p:cNvPr>
          <p:cNvSpPr/>
          <p:nvPr/>
        </p:nvSpPr>
        <p:spPr>
          <a:xfrm>
            <a:off x="2387559" y="1949000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화살표: 아래쪽 72">
            <a:extLst>
              <a:ext uri="{FF2B5EF4-FFF2-40B4-BE49-F238E27FC236}">
                <a16:creationId xmlns:a16="http://schemas.microsoft.com/office/drawing/2014/main" id="{CEE05F6B-7CA7-4CC7-9931-3646EE5A26C9}"/>
              </a:ext>
            </a:extLst>
          </p:cNvPr>
          <p:cNvSpPr/>
          <p:nvPr/>
        </p:nvSpPr>
        <p:spPr>
          <a:xfrm>
            <a:off x="2616087" y="2353718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화살표: 아래쪽 73">
            <a:extLst>
              <a:ext uri="{FF2B5EF4-FFF2-40B4-BE49-F238E27FC236}">
                <a16:creationId xmlns:a16="http://schemas.microsoft.com/office/drawing/2014/main" id="{A6CB05DF-67BE-4CC9-9C90-E3C767532609}"/>
              </a:ext>
            </a:extLst>
          </p:cNvPr>
          <p:cNvSpPr/>
          <p:nvPr/>
        </p:nvSpPr>
        <p:spPr>
          <a:xfrm>
            <a:off x="2880204" y="1932246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FA1B0EDB-675B-48FD-BB09-5F494A208C8B}"/>
              </a:ext>
            </a:extLst>
          </p:cNvPr>
          <p:cNvSpPr/>
          <p:nvPr/>
        </p:nvSpPr>
        <p:spPr>
          <a:xfrm>
            <a:off x="2534081" y="159750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DFA3DDE9-2DB4-4447-8557-C6CB6502302B}"/>
              </a:ext>
            </a:extLst>
          </p:cNvPr>
          <p:cNvSpPr/>
          <p:nvPr/>
        </p:nvSpPr>
        <p:spPr>
          <a:xfrm>
            <a:off x="2458815" y="3115968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163" name="그림 162">
            <a:extLst>
              <a:ext uri="{FF2B5EF4-FFF2-40B4-BE49-F238E27FC236}">
                <a16:creationId xmlns:a16="http://schemas.microsoft.com/office/drawing/2014/main" id="{2DBA7CE4-5119-4ADB-B292-AE064B0AE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2" y="4009902"/>
            <a:ext cx="3617884" cy="2716628"/>
          </a:xfrm>
          <a:prstGeom prst="rect">
            <a:avLst/>
          </a:prstGeom>
        </p:spPr>
      </p:pic>
      <p:sp>
        <p:nvSpPr>
          <p:cNvPr id="164" name="타원 163">
            <a:extLst>
              <a:ext uri="{FF2B5EF4-FFF2-40B4-BE49-F238E27FC236}">
                <a16:creationId xmlns:a16="http://schemas.microsoft.com/office/drawing/2014/main" id="{0BDD817C-D61B-4C0C-9F2D-207901B5E4ED}"/>
              </a:ext>
            </a:extLst>
          </p:cNvPr>
          <p:cNvSpPr/>
          <p:nvPr/>
        </p:nvSpPr>
        <p:spPr>
          <a:xfrm>
            <a:off x="882222" y="497753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B012214A-F1FF-4B6D-877F-A9106898C5AF}"/>
              </a:ext>
            </a:extLst>
          </p:cNvPr>
          <p:cNvSpPr/>
          <p:nvPr/>
        </p:nvSpPr>
        <p:spPr>
          <a:xfrm>
            <a:off x="638594" y="540074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261238D4-53A5-45AD-8C9B-6975EEE4DFF0}"/>
              </a:ext>
            </a:extLst>
          </p:cNvPr>
          <p:cNvSpPr/>
          <p:nvPr/>
        </p:nvSpPr>
        <p:spPr>
          <a:xfrm>
            <a:off x="1368559" y="497753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6B5FE91B-0009-47BA-94C8-E9F607F7EC93}"/>
              </a:ext>
            </a:extLst>
          </p:cNvPr>
          <p:cNvSpPr/>
          <p:nvPr/>
        </p:nvSpPr>
        <p:spPr>
          <a:xfrm>
            <a:off x="1124931" y="540074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D0B8154B-C4F5-4CE5-80D8-40839B8B1330}"/>
              </a:ext>
            </a:extLst>
          </p:cNvPr>
          <p:cNvSpPr/>
          <p:nvPr/>
        </p:nvSpPr>
        <p:spPr>
          <a:xfrm>
            <a:off x="1862232" y="497753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03B75D7B-5539-4607-8860-137D2F517D4B}"/>
              </a:ext>
            </a:extLst>
          </p:cNvPr>
          <p:cNvSpPr/>
          <p:nvPr/>
        </p:nvSpPr>
        <p:spPr>
          <a:xfrm>
            <a:off x="1618604" y="540074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DA8DF281-49B9-4F07-8300-4CC5E167A2F3}"/>
              </a:ext>
            </a:extLst>
          </p:cNvPr>
          <p:cNvSpPr/>
          <p:nvPr/>
        </p:nvSpPr>
        <p:spPr>
          <a:xfrm>
            <a:off x="2083022" y="540074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C01FA0D5-DFE9-4746-8D9F-9431A6CDE5F0}"/>
              </a:ext>
            </a:extLst>
          </p:cNvPr>
          <p:cNvSpPr/>
          <p:nvPr/>
        </p:nvSpPr>
        <p:spPr>
          <a:xfrm>
            <a:off x="2344229" y="4973424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86A947D0-F699-458C-AD11-06F14904D66D}"/>
              </a:ext>
            </a:extLst>
          </p:cNvPr>
          <p:cNvSpPr/>
          <p:nvPr/>
        </p:nvSpPr>
        <p:spPr>
          <a:xfrm>
            <a:off x="2578870" y="5400739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669C74E9-7945-460D-B096-CF75ADC62337}"/>
              </a:ext>
            </a:extLst>
          </p:cNvPr>
          <p:cNvSpPr/>
          <p:nvPr/>
        </p:nvSpPr>
        <p:spPr>
          <a:xfrm>
            <a:off x="2836874" y="4973424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4" name="그림 173">
            <a:extLst>
              <a:ext uri="{FF2B5EF4-FFF2-40B4-BE49-F238E27FC236}">
                <a16:creationId xmlns:a16="http://schemas.microsoft.com/office/drawing/2014/main" id="{1AB2724A-E4C1-42EE-9ECE-D51DBA7702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91618" y="5620115"/>
            <a:ext cx="981410" cy="1059506"/>
          </a:xfrm>
          <a:prstGeom prst="rect">
            <a:avLst/>
          </a:prstGeom>
        </p:spPr>
      </p:pic>
      <p:sp>
        <p:nvSpPr>
          <p:cNvPr id="175" name="말풍선: 사각형 67">
            <a:extLst>
              <a:ext uri="{FF2B5EF4-FFF2-40B4-BE49-F238E27FC236}">
                <a16:creationId xmlns:a16="http://schemas.microsoft.com/office/drawing/2014/main" id="{565973CF-CBE8-46CC-B1B0-5FC1EF494C5B}"/>
              </a:ext>
            </a:extLst>
          </p:cNvPr>
          <p:cNvSpPr/>
          <p:nvPr/>
        </p:nvSpPr>
        <p:spPr>
          <a:xfrm>
            <a:off x="975843" y="5721888"/>
            <a:ext cx="1269215" cy="550537"/>
          </a:xfrm>
          <a:prstGeom prst="wedgeRectCallout">
            <a:avLst>
              <a:gd name="adj1" fmla="val -64860"/>
              <a:gd name="adj2" fmla="val -2516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0868039-1B6A-470E-ABA2-2E43946DD546}"/>
              </a:ext>
            </a:extLst>
          </p:cNvPr>
          <p:cNvSpPr txBox="1"/>
          <p:nvPr/>
        </p:nvSpPr>
        <p:spPr>
          <a:xfrm>
            <a:off x="1103108" y="5784881"/>
            <a:ext cx="1165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</a:t>
            </a:r>
            <a:r>
              <a:rPr lang="ko-KR" altLang="en-US" sz="1000" dirty="0"/>
              <a:t>개를 더 색칠해주세요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D4D9504D-D3C0-487A-B97E-89F28D84F9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635" t="7248" r="17419" b="6958"/>
          <a:stretch/>
        </p:blipFill>
        <p:spPr>
          <a:xfrm>
            <a:off x="2668402" y="5812372"/>
            <a:ext cx="908288" cy="832565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71FCE9FD-74D0-42CB-B50F-FCCA0BF14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456" y="6303576"/>
            <a:ext cx="404641" cy="373515"/>
          </a:xfrm>
          <a:prstGeom prst="rect">
            <a:avLst/>
          </a:prstGeom>
        </p:spPr>
      </p:pic>
      <p:sp>
        <p:nvSpPr>
          <p:cNvPr id="183" name="말풍선: 사각형 67">
            <a:extLst>
              <a:ext uri="{FF2B5EF4-FFF2-40B4-BE49-F238E27FC236}">
                <a16:creationId xmlns:a16="http://schemas.microsoft.com/office/drawing/2014/main" id="{008EC8D2-41DD-408C-AEDC-D476C50A13B9}"/>
              </a:ext>
            </a:extLst>
          </p:cNvPr>
          <p:cNvSpPr/>
          <p:nvPr/>
        </p:nvSpPr>
        <p:spPr>
          <a:xfrm>
            <a:off x="2887134" y="5330446"/>
            <a:ext cx="556499" cy="406218"/>
          </a:xfrm>
          <a:prstGeom prst="wedgeRectCallout">
            <a:avLst>
              <a:gd name="adj1" fmla="val -20166"/>
              <a:gd name="adj2" fmla="val 6557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7C82C93-D0A9-44C3-B17B-62E613EDA9CB}"/>
              </a:ext>
            </a:extLst>
          </p:cNvPr>
          <p:cNvSpPr txBox="1"/>
          <p:nvPr/>
        </p:nvSpPr>
        <p:spPr>
          <a:xfrm>
            <a:off x="3017201" y="5374187"/>
            <a:ext cx="3651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네</a:t>
            </a:r>
          </a:p>
        </p:txBody>
      </p:sp>
      <p:pic>
        <p:nvPicPr>
          <p:cNvPr id="185" name="그림 184">
            <a:extLst>
              <a:ext uri="{FF2B5EF4-FFF2-40B4-BE49-F238E27FC236}">
                <a16:creationId xmlns:a16="http://schemas.microsoft.com/office/drawing/2014/main" id="{A996EC32-7798-45C5-8037-33308CC2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064" y="4001182"/>
            <a:ext cx="3617884" cy="2716628"/>
          </a:xfrm>
          <a:prstGeom prst="rect">
            <a:avLst/>
          </a:prstGeom>
        </p:spPr>
      </p:pic>
      <p:sp>
        <p:nvSpPr>
          <p:cNvPr id="186" name="타원 185">
            <a:extLst>
              <a:ext uri="{FF2B5EF4-FFF2-40B4-BE49-F238E27FC236}">
                <a16:creationId xmlns:a16="http://schemas.microsoft.com/office/drawing/2014/main" id="{66FDB100-2D26-48A5-852A-182FEF0F2D5E}"/>
              </a:ext>
            </a:extLst>
          </p:cNvPr>
          <p:cNvSpPr/>
          <p:nvPr/>
        </p:nvSpPr>
        <p:spPr>
          <a:xfrm>
            <a:off x="4660554" y="496881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1336ED03-9BB1-4337-81B6-E53DE5BB8051}"/>
              </a:ext>
            </a:extLst>
          </p:cNvPr>
          <p:cNvSpPr/>
          <p:nvPr/>
        </p:nvSpPr>
        <p:spPr>
          <a:xfrm>
            <a:off x="4416926" y="539202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E7EC07D3-1A7C-4962-9DC3-A02326922FA4}"/>
              </a:ext>
            </a:extLst>
          </p:cNvPr>
          <p:cNvSpPr/>
          <p:nvPr/>
        </p:nvSpPr>
        <p:spPr>
          <a:xfrm>
            <a:off x="5146891" y="496881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C88547D2-525E-47C9-877F-E792F74DD47E}"/>
              </a:ext>
            </a:extLst>
          </p:cNvPr>
          <p:cNvSpPr/>
          <p:nvPr/>
        </p:nvSpPr>
        <p:spPr>
          <a:xfrm>
            <a:off x="4903263" y="539202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E051426D-F743-4F2D-B272-596461A2FDA1}"/>
              </a:ext>
            </a:extLst>
          </p:cNvPr>
          <p:cNvSpPr/>
          <p:nvPr/>
        </p:nvSpPr>
        <p:spPr>
          <a:xfrm>
            <a:off x="5640564" y="496881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667E96C7-9DA5-4476-BD3C-E3D3D2AECB35}"/>
              </a:ext>
            </a:extLst>
          </p:cNvPr>
          <p:cNvSpPr/>
          <p:nvPr/>
        </p:nvSpPr>
        <p:spPr>
          <a:xfrm>
            <a:off x="5396936" y="539202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1E96595C-4A13-48CA-8076-28CEA8212EC0}"/>
              </a:ext>
            </a:extLst>
          </p:cNvPr>
          <p:cNvSpPr/>
          <p:nvPr/>
        </p:nvSpPr>
        <p:spPr>
          <a:xfrm>
            <a:off x="5861354" y="539202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7D8FB686-DCB6-4FF5-997F-32149EA4B23A}"/>
              </a:ext>
            </a:extLst>
          </p:cNvPr>
          <p:cNvSpPr/>
          <p:nvPr/>
        </p:nvSpPr>
        <p:spPr>
          <a:xfrm>
            <a:off x="6122561" y="4964704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50D0EBB5-BCCD-4BE1-89A2-A6CFC363458B}"/>
              </a:ext>
            </a:extLst>
          </p:cNvPr>
          <p:cNvSpPr/>
          <p:nvPr/>
        </p:nvSpPr>
        <p:spPr>
          <a:xfrm>
            <a:off x="6357202" y="5392019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F734496C-CFD7-49DC-863A-5E5E640534C3}"/>
              </a:ext>
            </a:extLst>
          </p:cNvPr>
          <p:cNvSpPr/>
          <p:nvPr/>
        </p:nvSpPr>
        <p:spPr>
          <a:xfrm>
            <a:off x="6615206" y="4964704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5CD7D3FA-A793-4677-A788-DE179B045072}"/>
              </a:ext>
            </a:extLst>
          </p:cNvPr>
          <p:cNvSpPr/>
          <p:nvPr/>
        </p:nvSpPr>
        <p:spPr>
          <a:xfrm>
            <a:off x="6846401" y="5384178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FC330522-C4F0-4B5D-9CF8-300DD5F90944}"/>
              </a:ext>
            </a:extLst>
          </p:cNvPr>
          <p:cNvSpPr/>
          <p:nvPr/>
        </p:nvSpPr>
        <p:spPr>
          <a:xfrm>
            <a:off x="7104405" y="495686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6" name="화살표: 아래쪽 205">
            <a:extLst>
              <a:ext uri="{FF2B5EF4-FFF2-40B4-BE49-F238E27FC236}">
                <a16:creationId xmlns:a16="http://schemas.microsoft.com/office/drawing/2014/main" id="{0D3EE050-4BBC-4108-BAF3-6901DC06BD0D}"/>
              </a:ext>
            </a:extLst>
          </p:cNvPr>
          <p:cNvSpPr/>
          <p:nvPr/>
        </p:nvSpPr>
        <p:spPr>
          <a:xfrm>
            <a:off x="6808182" y="5018950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화살표: 아래쪽 206">
            <a:extLst>
              <a:ext uri="{FF2B5EF4-FFF2-40B4-BE49-F238E27FC236}">
                <a16:creationId xmlns:a16="http://schemas.microsoft.com/office/drawing/2014/main" id="{CC454580-91AF-4EE1-8918-B29767186A94}"/>
              </a:ext>
            </a:extLst>
          </p:cNvPr>
          <p:cNvSpPr/>
          <p:nvPr/>
        </p:nvSpPr>
        <p:spPr>
          <a:xfrm>
            <a:off x="7072299" y="4597478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627BBBDA-B311-45EC-9A1D-4199F282F6B6}"/>
              </a:ext>
            </a:extLst>
          </p:cNvPr>
          <p:cNvSpPr/>
          <p:nvPr/>
        </p:nvSpPr>
        <p:spPr>
          <a:xfrm>
            <a:off x="4028099" y="5898301"/>
            <a:ext cx="3513522" cy="673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9AD7CE40-3AE1-4A3A-A8DF-FD34FA991658}"/>
              </a:ext>
            </a:extLst>
          </p:cNvPr>
          <p:cNvSpPr/>
          <p:nvPr/>
        </p:nvSpPr>
        <p:spPr>
          <a:xfrm>
            <a:off x="4985780" y="6062458"/>
            <a:ext cx="1683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 10 + 2 = (   )</a:t>
            </a:r>
            <a:endParaRPr lang="ko-KR" altLang="en-US" dirty="0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77FF00AB-DFA8-45DD-8919-464F36C4693B}"/>
              </a:ext>
            </a:extLst>
          </p:cNvPr>
          <p:cNvSpPr/>
          <p:nvPr/>
        </p:nvSpPr>
        <p:spPr>
          <a:xfrm>
            <a:off x="6561015" y="274210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9733E840-92F8-4D8C-AA24-A5F38E4CBE2E}"/>
              </a:ext>
            </a:extLst>
          </p:cNvPr>
          <p:cNvSpPr/>
          <p:nvPr/>
        </p:nvSpPr>
        <p:spPr>
          <a:xfrm>
            <a:off x="6734178" y="4556727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BE4390D3-A2FA-4572-8BA9-581D897B9B27}"/>
              </a:ext>
            </a:extLst>
          </p:cNvPr>
          <p:cNvSpPr/>
          <p:nvPr/>
        </p:nvSpPr>
        <p:spPr>
          <a:xfrm>
            <a:off x="2261910" y="5653472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23F3ECD6-BCE6-45B0-8DC8-5DF5CA7EE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366" y="5873683"/>
            <a:ext cx="607532" cy="93508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37734B6-33E7-4FAA-A7F3-73E1D17B75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290" y="2832862"/>
            <a:ext cx="607532" cy="935083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33C3258E-3C37-4435-AE2D-0CA7F1766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890" y="3552058"/>
            <a:ext cx="404641" cy="373515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CC1EC346-B85F-4349-9155-7E85886E2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765" y="6312720"/>
            <a:ext cx="404641" cy="37351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5ACA7014-5F90-4764-9886-44BF4FF90531}"/>
              </a:ext>
            </a:extLst>
          </p:cNvPr>
          <p:cNvSpPr txBox="1"/>
          <p:nvPr/>
        </p:nvSpPr>
        <p:spPr>
          <a:xfrm>
            <a:off x="4800799" y="1171980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BD77663-6C37-4DD4-8AB6-366E047E49EF}"/>
              </a:ext>
            </a:extLst>
          </p:cNvPr>
          <p:cNvSpPr txBox="1"/>
          <p:nvPr/>
        </p:nvSpPr>
        <p:spPr>
          <a:xfrm>
            <a:off x="903163" y="415811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수의 덧셈과 뺄셈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37EA617-CC33-4C84-81B0-70034BBEC6B4}"/>
              </a:ext>
            </a:extLst>
          </p:cNvPr>
          <p:cNvSpPr txBox="1"/>
          <p:nvPr/>
        </p:nvSpPr>
        <p:spPr>
          <a:xfrm>
            <a:off x="4721338" y="419122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F8F3CA6-BBC4-4F9B-B949-E21FC83D0FCC}"/>
              </a:ext>
            </a:extLst>
          </p:cNvPr>
          <p:cNvSpPr txBox="1"/>
          <p:nvPr/>
        </p:nvSpPr>
        <p:spPr>
          <a:xfrm>
            <a:off x="1013762" y="1212881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수의 덧셈과 뺄셈</a:t>
            </a: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9D26B94E-8A1B-4E01-BFB0-72054B3E53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91618" y="2895768"/>
            <a:ext cx="911832" cy="984391"/>
          </a:xfrm>
          <a:prstGeom prst="rect">
            <a:avLst/>
          </a:prstGeom>
        </p:spPr>
      </p:pic>
      <p:sp>
        <p:nvSpPr>
          <p:cNvPr id="137" name="말풍선: 사각형 67">
            <a:extLst>
              <a:ext uri="{FF2B5EF4-FFF2-40B4-BE49-F238E27FC236}">
                <a16:creationId xmlns:a16="http://schemas.microsoft.com/office/drawing/2014/main" id="{4D2A9EB8-5467-41F2-BACA-6E6CC99BF2F2}"/>
              </a:ext>
            </a:extLst>
          </p:cNvPr>
          <p:cNvSpPr/>
          <p:nvPr/>
        </p:nvSpPr>
        <p:spPr>
          <a:xfrm>
            <a:off x="96800" y="1817741"/>
            <a:ext cx="737221" cy="758416"/>
          </a:xfrm>
          <a:prstGeom prst="wedgeRectCallout">
            <a:avLst>
              <a:gd name="adj1" fmla="val -12313"/>
              <a:gd name="adj2" fmla="val 9699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343CA02-9EDA-4075-8BC5-24BF5D7BF925}"/>
              </a:ext>
            </a:extLst>
          </p:cNvPr>
          <p:cNvSpPr txBox="1"/>
          <p:nvPr/>
        </p:nvSpPr>
        <p:spPr>
          <a:xfrm>
            <a:off x="31830" y="1901174"/>
            <a:ext cx="90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7</a:t>
            </a:r>
            <a:r>
              <a:rPr lang="ko-KR" altLang="en-US" sz="1000" dirty="0"/>
              <a:t>개에서 </a:t>
            </a:r>
            <a:r>
              <a:rPr lang="en-US" altLang="ko-KR" sz="1000" dirty="0"/>
              <a:t>3</a:t>
            </a:r>
            <a:r>
              <a:rPr lang="ko-KR" altLang="en-US" sz="1000" dirty="0"/>
              <a:t>개를 더 색칠하면 몇 개일까요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08106629-EB81-4EF3-BC76-15AF05748622}"/>
              </a:ext>
            </a:extLst>
          </p:cNvPr>
          <p:cNvSpPr/>
          <p:nvPr/>
        </p:nvSpPr>
        <p:spPr>
          <a:xfrm>
            <a:off x="5127140" y="272966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D70086E2-5FB9-45CE-B533-68E39000D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440" y="3562147"/>
            <a:ext cx="404641" cy="373515"/>
          </a:xfrm>
          <a:prstGeom prst="rect">
            <a:avLst/>
          </a:prstGeom>
        </p:spPr>
      </p:pic>
      <p:sp>
        <p:nvSpPr>
          <p:cNvPr id="115" name="타원 114">
            <a:extLst>
              <a:ext uri="{FF2B5EF4-FFF2-40B4-BE49-F238E27FC236}">
                <a16:creationId xmlns:a16="http://schemas.microsoft.com/office/drawing/2014/main" id="{D510CB19-B02C-470B-8B82-A2CECA1BC48D}"/>
              </a:ext>
            </a:extLst>
          </p:cNvPr>
          <p:cNvSpPr/>
          <p:nvPr/>
        </p:nvSpPr>
        <p:spPr>
          <a:xfrm>
            <a:off x="5320362" y="3556920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0E8B2DFB-BB3B-443C-8C38-549C0827F800}"/>
              </a:ext>
            </a:extLst>
          </p:cNvPr>
          <p:cNvSpPr/>
          <p:nvPr/>
        </p:nvSpPr>
        <p:spPr>
          <a:xfrm>
            <a:off x="6404398" y="5807345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331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108863"/>
              </p:ext>
            </p:extLst>
          </p:nvPr>
        </p:nvGraphicFramePr>
        <p:xfrm>
          <a:off x="7675178" y="2425093"/>
          <a:ext cx="4449042" cy="31511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 순으로 등장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입력창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키패드</a:t>
                      </a:r>
                      <a:r>
                        <a:rPr lang="ko-KR" altLang="en-US" sz="1050" dirty="0"/>
                        <a:t> 입력 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딩동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정답입니다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.” /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O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주인공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270253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삭제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개를 연한 색으로 변하는 모션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삭제한 느낌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987882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“12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개에서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개를 지우면 몇 개 일까요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907574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입력창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입력 방식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073701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63457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색칠 활동을 통하여 세수의 덧셈과 뺄셈의 기초개념 지도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*12 - 2 -&gt; 10(=12-2) – 3 -&gt; 12 – 2 -3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과정을 통하여 세 수의 뺄셈의 기초 원리 지도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33C81FF2-3631-4B2E-A555-C3083ABAF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" y="1147140"/>
            <a:ext cx="3617884" cy="2716628"/>
          </a:xfrm>
          <a:prstGeom prst="rect">
            <a:avLst/>
          </a:prstGeom>
        </p:spPr>
      </p:pic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8E9A84CF-1BA0-419E-B4C1-3590EAFD6B12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타원 101">
            <a:extLst>
              <a:ext uri="{FF2B5EF4-FFF2-40B4-BE49-F238E27FC236}">
                <a16:creationId xmlns:a16="http://schemas.microsoft.com/office/drawing/2014/main" id="{4EB88D70-0FBC-4B98-9E0D-CA6A9DD262CD}"/>
              </a:ext>
            </a:extLst>
          </p:cNvPr>
          <p:cNvSpPr/>
          <p:nvPr/>
        </p:nvSpPr>
        <p:spPr>
          <a:xfrm>
            <a:off x="925552" y="226579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614325A1-7E04-4599-8B41-3984C4A4EBE8}"/>
              </a:ext>
            </a:extLst>
          </p:cNvPr>
          <p:cNvSpPr/>
          <p:nvPr/>
        </p:nvSpPr>
        <p:spPr>
          <a:xfrm>
            <a:off x="681924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71CAFB7-8504-4518-9C59-FB3C48750BC2}"/>
              </a:ext>
            </a:extLst>
          </p:cNvPr>
          <p:cNvSpPr/>
          <p:nvPr/>
        </p:nvSpPr>
        <p:spPr>
          <a:xfrm>
            <a:off x="134779" y="3142697"/>
            <a:ext cx="3513522" cy="673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7AF3166-D976-4E83-80D9-6EA06255FE50}"/>
              </a:ext>
            </a:extLst>
          </p:cNvPr>
          <p:cNvSpPr/>
          <p:nvPr/>
        </p:nvSpPr>
        <p:spPr>
          <a:xfrm>
            <a:off x="1411889" y="226579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7C3475E4-C9BF-46CF-917E-CE7378595273}"/>
              </a:ext>
            </a:extLst>
          </p:cNvPr>
          <p:cNvSpPr/>
          <p:nvPr/>
        </p:nvSpPr>
        <p:spPr>
          <a:xfrm>
            <a:off x="1168261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F577D53-3558-4EAE-ACAC-E2D4CA9812BC}"/>
              </a:ext>
            </a:extLst>
          </p:cNvPr>
          <p:cNvSpPr/>
          <p:nvPr/>
        </p:nvSpPr>
        <p:spPr>
          <a:xfrm>
            <a:off x="1905562" y="226579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F3003B60-07E0-473B-A9B0-4F406B608CC7}"/>
              </a:ext>
            </a:extLst>
          </p:cNvPr>
          <p:cNvSpPr/>
          <p:nvPr/>
        </p:nvSpPr>
        <p:spPr>
          <a:xfrm>
            <a:off x="1661934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BB95F1A0-7376-4B48-91E7-540510277448}"/>
              </a:ext>
            </a:extLst>
          </p:cNvPr>
          <p:cNvSpPr/>
          <p:nvPr/>
        </p:nvSpPr>
        <p:spPr>
          <a:xfrm>
            <a:off x="2126352" y="268899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5CD1383C-8ECC-482E-B4A0-A0DD2641E011}"/>
              </a:ext>
            </a:extLst>
          </p:cNvPr>
          <p:cNvSpPr/>
          <p:nvPr/>
        </p:nvSpPr>
        <p:spPr>
          <a:xfrm>
            <a:off x="964525" y="3325346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 7 + 3 + 2 = (   )</a:t>
            </a:r>
            <a:endParaRPr lang="ko-KR" altLang="en-US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5DA6D4EB-EB49-426B-8128-676EDF34A330}"/>
              </a:ext>
            </a:extLst>
          </p:cNvPr>
          <p:cNvSpPr/>
          <p:nvPr/>
        </p:nvSpPr>
        <p:spPr>
          <a:xfrm>
            <a:off x="2387559" y="226167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AD8EA18F-3C43-4465-8317-9DFCDF86D3C6}"/>
              </a:ext>
            </a:extLst>
          </p:cNvPr>
          <p:cNvSpPr/>
          <p:nvPr/>
        </p:nvSpPr>
        <p:spPr>
          <a:xfrm>
            <a:off x="2622200" y="2688992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00BDAF3B-E9DC-4B05-9668-0D8048F64E20}"/>
              </a:ext>
            </a:extLst>
          </p:cNvPr>
          <p:cNvSpPr/>
          <p:nvPr/>
        </p:nvSpPr>
        <p:spPr>
          <a:xfrm>
            <a:off x="2880204" y="226167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69B58E3-0535-4983-908B-C8F428617341}"/>
              </a:ext>
            </a:extLst>
          </p:cNvPr>
          <p:cNvSpPr/>
          <p:nvPr/>
        </p:nvSpPr>
        <p:spPr>
          <a:xfrm>
            <a:off x="2806200" y="151765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7C46D92B-7A37-4CD7-8083-9674498AC960}"/>
              </a:ext>
            </a:extLst>
          </p:cNvPr>
          <p:cNvSpPr/>
          <p:nvPr/>
        </p:nvSpPr>
        <p:spPr>
          <a:xfrm>
            <a:off x="2387559" y="1949000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화살표: 아래쪽 72">
            <a:extLst>
              <a:ext uri="{FF2B5EF4-FFF2-40B4-BE49-F238E27FC236}">
                <a16:creationId xmlns:a16="http://schemas.microsoft.com/office/drawing/2014/main" id="{CEE05F6B-7CA7-4CC7-9931-3646EE5A26C9}"/>
              </a:ext>
            </a:extLst>
          </p:cNvPr>
          <p:cNvSpPr/>
          <p:nvPr/>
        </p:nvSpPr>
        <p:spPr>
          <a:xfrm>
            <a:off x="2616087" y="2353718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화살표: 아래쪽 73">
            <a:extLst>
              <a:ext uri="{FF2B5EF4-FFF2-40B4-BE49-F238E27FC236}">
                <a16:creationId xmlns:a16="http://schemas.microsoft.com/office/drawing/2014/main" id="{A6CB05DF-67BE-4CC9-9C90-E3C767532609}"/>
              </a:ext>
            </a:extLst>
          </p:cNvPr>
          <p:cNvSpPr/>
          <p:nvPr/>
        </p:nvSpPr>
        <p:spPr>
          <a:xfrm>
            <a:off x="2880204" y="1932246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AB60CCCF-B06D-48CD-8CA8-EFA5D88344A0}"/>
              </a:ext>
            </a:extLst>
          </p:cNvPr>
          <p:cNvSpPr/>
          <p:nvPr/>
        </p:nvSpPr>
        <p:spPr>
          <a:xfrm>
            <a:off x="3086480" y="2683660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CC2D472B-62AF-4850-980D-575DB7569EBE}"/>
              </a:ext>
            </a:extLst>
          </p:cNvPr>
          <p:cNvSpPr/>
          <p:nvPr/>
        </p:nvSpPr>
        <p:spPr>
          <a:xfrm>
            <a:off x="3344484" y="225634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화살표: 아래쪽 88">
            <a:extLst>
              <a:ext uri="{FF2B5EF4-FFF2-40B4-BE49-F238E27FC236}">
                <a16:creationId xmlns:a16="http://schemas.microsoft.com/office/drawing/2014/main" id="{F529D986-98DF-471B-8B4A-3E8138A5303A}"/>
              </a:ext>
            </a:extLst>
          </p:cNvPr>
          <p:cNvSpPr/>
          <p:nvPr/>
        </p:nvSpPr>
        <p:spPr>
          <a:xfrm>
            <a:off x="3048261" y="2318432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아래쪽 89">
            <a:extLst>
              <a:ext uri="{FF2B5EF4-FFF2-40B4-BE49-F238E27FC236}">
                <a16:creationId xmlns:a16="http://schemas.microsoft.com/office/drawing/2014/main" id="{03DCC58C-BCB4-4D5D-961E-38EC7FD99B90}"/>
              </a:ext>
            </a:extLst>
          </p:cNvPr>
          <p:cNvSpPr/>
          <p:nvPr/>
        </p:nvSpPr>
        <p:spPr>
          <a:xfrm>
            <a:off x="3312378" y="1896960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9BDB4AB3-2BC9-4834-A50D-7A7CC7A7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0" y="4022498"/>
            <a:ext cx="3617884" cy="2716628"/>
          </a:xfrm>
          <a:prstGeom prst="rect">
            <a:avLst/>
          </a:prstGeom>
        </p:spPr>
      </p:pic>
      <p:sp>
        <p:nvSpPr>
          <p:cNvPr id="92" name="직사각형 91">
            <a:extLst>
              <a:ext uri="{FF2B5EF4-FFF2-40B4-BE49-F238E27FC236}">
                <a16:creationId xmlns:a16="http://schemas.microsoft.com/office/drawing/2014/main" id="{5E404777-19A7-40A4-ABD7-9BF305682A3B}"/>
              </a:ext>
            </a:extLst>
          </p:cNvPr>
          <p:cNvSpPr/>
          <p:nvPr/>
        </p:nvSpPr>
        <p:spPr>
          <a:xfrm>
            <a:off x="676599" y="55667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857CEF1E-E379-4D7F-8683-90971FA5B7B9}"/>
              </a:ext>
            </a:extLst>
          </p:cNvPr>
          <p:cNvSpPr/>
          <p:nvPr/>
        </p:nvSpPr>
        <p:spPr>
          <a:xfrm>
            <a:off x="958555" y="51327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4B9A9E94-E932-47D9-9F36-D06E493795CE}"/>
              </a:ext>
            </a:extLst>
          </p:cNvPr>
          <p:cNvSpPr/>
          <p:nvPr/>
        </p:nvSpPr>
        <p:spPr>
          <a:xfrm>
            <a:off x="1231263" y="55667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E673D0B-ADE1-499D-B72C-2BC978BEBA1D}"/>
              </a:ext>
            </a:extLst>
          </p:cNvPr>
          <p:cNvSpPr/>
          <p:nvPr/>
        </p:nvSpPr>
        <p:spPr>
          <a:xfrm>
            <a:off x="1513251" y="51327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179AE8C-4775-4EEA-B4DE-80CE782BE414}"/>
              </a:ext>
            </a:extLst>
          </p:cNvPr>
          <p:cNvSpPr/>
          <p:nvPr/>
        </p:nvSpPr>
        <p:spPr>
          <a:xfrm>
            <a:off x="1788715" y="55667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B362AF1-7B52-404E-A39B-2185B98E7058}"/>
              </a:ext>
            </a:extLst>
          </p:cNvPr>
          <p:cNvSpPr/>
          <p:nvPr/>
        </p:nvSpPr>
        <p:spPr>
          <a:xfrm>
            <a:off x="2070671" y="51327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698B00A-0052-4C18-8E9F-6C31FEFE6BDC}"/>
              </a:ext>
            </a:extLst>
          </p:cNvPr>
          <p:cNvSpPr/>
          <p:nvPr/>
        </p:nvSpPr>
        <p:spPr>
          <a:xfrm>
            <a:off x="2343379" y="55667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309B422-E55A-4B87-9BDC-2CE377BF55D7}"/>
              </a:ext>
            </a:extLst>
          </p:cNvPr>
          <p:cNvSpPr/>
          <p:nvPr/>
        </p:nvSpPr>
        <p:spPr>
          <a:xfrm>
            <a:off x="2625367" y="51327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3D01B1A-9BA6-4963-9A99-02C43B0F3D00}"/>
              </a:ext>
            </a:extLst>
          </p:cNvPr>
          <p:cNvSpPr/>
          <p:nvPr/>
        </p:nvSpPr>
        <p:spPr>
          <a:xfrm>
            <a:off x="2921800" y="5451543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3D310D30-42D1-4B8C-B02C-A3488363D7AA}"/>
              </a:ext>
            </a:extLst>
          </p:cNvPr>
          <p:cNvSpPr/>
          <p:nvPr/>
        </p:nvSpPr>
        <p:spPr>
          <a:xfrm>
            <a:off x="3341423" y="529466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2" name="그림 141">
            <a:extLst>
              <a:ext uri="{FF2B5EF4-FFF2-40B4-BE49-F238E27FC236}">
                <a16:creationId xmlns:a16="http://schemas.microsoft.com/office/drawing/2014/main" id="{D6A5A1B3-01EE-45D4-A25C-6A727032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381" y="1135574"/>
            <a:ext cx="3617884" cy="2716628"/>
          </a:xfrm>
          <a:prstGeom prst="rect">
            <a:avLst/>
          </a:prstGeom>
        </p:spPr>
      </p:pic>
      <p:sp>
        <p:nvSpPr>
          <p:cNvPr id="143" name="타원 142">
            <a:extLst>
              <a:ext uri="{FF2B5EF4-FFF2-40B4-BE49-F238E27FC236}">
                <a16:creationId xmlns:a16="http://schemas.microsoft.com/office/drawing/2014/main" id="{B3BEA098-112F-42B9-AAEF-DC181C897412}"/>
              </a:ext>
            </a:extLst>
          </p:cNvPr>
          <p:cNvSpPr/>
          <p:nvPr/>
        </p:nvSpPr>
        <p:spPr>
          <a:xfrm>
            <a:off x="4764202" y="225422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ED74CC6D-3A97-4562-8D24-F5326104EBEE}"/>
              </a:ext>
            </a:extLst>
          </p:cNvPr>
          <p:cNvSpPr/>
          <p:nvPr/>
        </p:nvSpPr>
        <p:spPr>
          <a:xfrm>
            <a:off x="4520574" y="267742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2F084C64-499A-4424-93F7-D918CD62856F}"/>
              </a:ext>
            </a:extLst>
          </p:cNvPr>
          <p:cNvSpPr/>
          <p:nvPr/>
        </p:nvSpPr>
        <p:spPr>
          <a:xfrm>
            <a:off x="5250539" y="225422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4770898-2A8B-4E7C-A8F4-0D64EB6456A5}"/>
              </a:ext>
            </a:extLst>
          </p:cNvPr>
          <p:cNvSpPr/>
          <p:nvPr/>
        </p:nvSpPr>
        <p:spPr>
          <a:xfrm>
            <a:off x="5006911" y="267742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4B30A3B0-F6B9-44BF-B403-C3F2DEAF8F62}"/>
              </a:ext>
            </a:extLst>
          </p:cNvPr>
          <p:cNvSpPr/>
          <p:nvPr/>
        </p:nvSpPr>
        <p:spPr>
          <a:xfrm>
            <a:off x="5744212" y="2254225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EA55B346-74AE-4D9A-976B-6FB48D825374}"/>
              </a:ext>
            </a:extLst>
          </p:cNvPr>
          <p:cNvSpPr/>
          <p:nvPr/>
        </p:nvSpPr>
        <p:spPr>
          <a:xfrm>
            <a:off x="5500584" y="267742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5F7C886D-FB81-4517-BB3A-5DBB80C124F9}"/>
              </a:ext>
            </a:extLst>
          </p:cNvPr>
          <p:cNvSpPr/>
          <p:nvPr/>
        </p:nvSpPr>
        <p:spPr>
          <a:xfrm>
            <a:off x="5965002" y="2677427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E24913D7-5F30-48CC-A1AF-7E58364E83D3}"/>
              </a:ext>
            </a:extLst>
          </p:cNvPr>
          <p:cNvSpPr/>
          <p:nvPr/>
        </p:nvSpPr>
        <p:spPr>
          <a:xfrm>
            <a:off x="6226209" y="225011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757880CF-4522-4301-88D0-67F73F30B63B}"/>
              </a:ext>
            </a:extLst>
          </p:cNvPr>
          <p:cNvSpPr/>
          <p:nvPr/>
        </p:nvSpPr>
        <p:spPr>
          <a:xfrm>
            <a:off x="6460850" y="2677426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66874169-17A1-4720-8B8B-1D69F6600167}"/>
              </a:ext>
            </a:extLst>
          </p:cNvPr>
          <p:cNvSpPr/>
          <p:nvPr/>
        </p:nvSpPr>
        <p:spPr>
          <a:xfrm>
            <a:off x="6718854" y="225011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5ECBFDC1-B576-4847-A49D-177A85FD2609}"/>
              </a:ext>
            </a:extLst>
          </p:cNvPr>
          <p:cNvSpPr/>
          <p:nvPr/>
        </p:nvSpPr>
        <p:spPr>
          <a:xfrm>
            <a:off x="6925130" y="2672094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F8077C47-017E-48B9-AC25-D99FF4E23E1E}"/>
              </a:ext>
            </a:extLst>
          </p:cNvPr>
          <p:cNvSpPr/>
          <p:nvPr/>
        </p:nvSpPr>
        <p:spPr>
          <a:xfrm>
            <a:off x="7183134" y="2244779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7" name="그림 196">
            <a:extLst>
              <a:ext uri="{FF2B5EF4-FFF2-40B4-BE49-F238E27FC236}">
                <a16:creationId xmlns:a16="http://schemas.microsoft.com/office/drawing/2014/main" id="{9EDE1E59-DA05-4FA3-800E-DF9773D659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3909243" y="2859298"/>
            <a:ext cx="981410" cy="1059506"/>
          </a:xfrm>
          <a:prstGeom prst="rect">
            <a:avLst/>
          </a:prstGeom>
        </p:spPr>
      </p:pic>
      <p:sp>
        <p:nvSpPr>
          <p:cNvPr id="198" name="말풍선: 사각형 67">
            <a:extLst>
              <a:ext uri="{FF2B5EF4-FFF2-40B4-BE49-F238E27FC236}">
                <a16:creationId xmlns:a16="http://schemas.microsoft.com/office/drawing/2014/main" id="{F7B304B4-B491-45A4-B57F-4FC6C794A635}"/>
              </a:ext>
            </a:extLst>
          </p:cNvPr>
          <p:cNvSpPr/>
          <p:nvPr/>
        </p:nvSpPr>
        <p:spPr>
          <a:xfrm>
            <a:off x="4855281" y="2985266"/>
            <a:ext cx="1103809" cy="550537"/>
          </a:xfrm>
          <a:prstGeom prst="wedgeRectCallout">
            <a:avLst>
              <a:gd name="adj1" fmla="val -64860"/>
              <a:gd name="adj2" fmla="val -2516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2F92020-80D9-468F-B251-87F6B0AC9EBF}"/>
              </a:ext>
            </a:extLst>
          </p:cNvPr>
          <p:cNvSpPr txBox="1"/>
          <p:nvPr/>
        </p:nvSpPr>
        <p:spPr>
          <a:xfrm>
            <a:off x="4855281" y="3005501"/>
            <a:ext cx="10259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고마워요</a:t>
            </a:r>
            <a:r>
              <a:rPr lang="en-US" altLang="ko-KR" sz="1000" dirty="0"/>
              <a:t>!</a:t>
            </a:r>
          </a:p>
          <a:p>
            <a:r>
              <a:rPr lang="ko-KR" altLang="en-US" sz="1000" dirty="0"/>
              <a:t>다른 담장으로 가요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200" name="그림 199">
            <a:extLst>
              <a:ext uri="{FF2B5EF4-FFF2-40B4-BE49-F238E27FC236}">
                <a16:creationId xmlns:a16="http://schemas.microsoft.com/office/drawing/2014/main" id="{41AB47F8-9565-46D9-96CC-BDFB07ED71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635" t="7248" r="17419" b="6958"/>
          <a:stretch/>
        </p:blipFill>
        <p:spPr>
          <a:xfrm>
            <a:off x="6486027" y="3051555"/>
            <a:ext cx="908288" cy="832565"/>
          </a:xfrm>
          <a:prstGeom prst="rect">
            <a:avLst/>
          </a:prstGeom>
        </p:spPr>
      </p:pic>
      <p:sp>
        <p:nvSpPr>
          <p:cNvPr id="201" name="말풍선: 사각형 67">
            <a:extLst>
              <a:ext uri="{FF2B5EF4-FFF2-40B4-BE49-F238E27FC236}">
                <a16:creationId xmlns:a16="http://schemas.microsoft.com/office/drawing/2014/main" id="{39D296F7-3CFB-4503-BF99-E43DD04A4EC2}"/>
              </a:ext>
            </a:extLst>
          </p:cNvPr>
          <p:cNvSpPr/>
          <p:nvPr/>
        </p:nvSpPr>
        <p:spPr>
          <a:xfrm>
            <a:off x="6850215" y="2641442"/>
            <a:ext cx="563876" cy="380339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5D79A8B-C1D5-44CF-A6F8-2ED693ECABEC}"/>
              </a:ext>
            </a:extLst>
          </p:cNvPr>
          <p:cNvSpPr txBox="1"/>
          <p:nvPr/>
        </p:nvSpPr>
        <p:spPr>
          <a:xfrm>
            <a:off x="6923300" y="2688842"/>
            <a:ext cx="516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네</a:t>
            </a:r>
            <a:r>
              <a:rPr lang="en-US" altLang="ko-KR" sz="1000" dirty="0"/>
              <a:t>!</a:t>
            </a:r>
            <a:endParaRPr lang="ko-KR" altLang="en-US" sz="1000" dirty="0"/>
          </a:p>
        </p:txBody>
      </p:sp>
      <p:pic>
        <p:nvPicPr>
          <p:cNvPr id="203" name="그림 202">
            <a:extLst>
              <a:ext uri="{FF2B5EF4-FFF2-40B4-BE49-F238E27FC236}">
                <a16:creationId xmlns:a16="http://schemas.microsoft.com/office/drawing/2014/main" id="{722AEEBB-876B-4EDB-8846-69F4A6D85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819" y="4022498"/>
            <a:ext cx="3617884" cy="2716628"/>
          </a:xfrm>
          <a:prstGeom prst="rect">
            <a:avLst/>
          </a:prstGeom>
        </p:spPr>
      </p:pic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1CC37C43-5AD3-4ACB-BFAC-6239009DA9F9}"/>
              </a:ext>
            </a:extLst>
          </p:cNvPr>
          <p:cNvSpPr/>
          <p:nvPr/>
        </p:nvSpPr>
        <p:spPr>
          <a:xfrm>
            <a:off x="3879243" y="5975213"/>
            <a:ext cx="3513522" cy="673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CFA47B0B-01E6-49CD-82F6-986BE841A0FD}"/>
              </a:ext>
            </a:extLst>
          </p:cNvPr>
          <p:cNvSpPr/>
          <p:nvPr/>
        </p:nvSpPr>
        <p:spPr>
          <a:xfrm>
            <a:off x="4598488" y="6293841"/>
            <a:ext cx="1616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 12 - 2 = (   )</a:t>
            </a:r>
            <a:endParaRPr lang="ko-KR" altLang="en-US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F8D5AF3F-990D-4DFC-8F85-28A361A2BEE2}"/>
              </a:ext>
            </a:extLst>
          </p:cNvPr>
          <p:cNvSpPr txBox="1"/>
          <p:nvPr/>
        </p:nvSpPr>
        <p:spPr>
          <a:xfrm>
            <a:off x="3741698" y="6035984"/>
            <a:ext cx="354848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       모양 </a:t>
            </a:r>
            <a:r>
              <a:rPr lang="en-US" altLang="ko-KR" sz="1100" dirty="0"/>
              <a:t>12</a:t>
            </a:r>
            <a:r>
              <a:rPr lang="ko-KR" altLang="en-US" sz="1100" dirty="0"/>
              <a:t>개에서  </a:t>
            </a:r>
            <a:r>
              <a:rPr lang="en-US" altLang="ko-KR" sz="1100" dirty="0"/>
              <a:t>2</a:t>
            </a:r>
            <a:r>
              <a:rPr lang="ko-KR" altLang="en-US" sz="1100" dirty="0"/>
              <a:t>개를 지우면 몇 개일까요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6A73BDF3-69AE-42F4-BAE6-5A94BEDB3457}"/>
              </a:ext>
            </a:extLst>
          </p:cNvPr>
          <p:cNvSpPr/>
          <p:nvPr/>
        </p:nvSpPr>
        <p:spPr>
          <a:xfrm>
            <a:off x="3910627" y="608177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B9FC8E58-FE4D-4DAF-9474-1CFDC7985B98}"/>
              </a:ext>
            </a:extLst>
          </p:cNvPr>
          <p:cNvSpPr/>
          <p:nvPr/>
        </p:nvSpPr>
        <p:spPr>
          <a:xfrm>
            <a:off x="6679264" y="483358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BADE7562-3383-4597-A233-F1556A57D155}"/>
              </a:ext>
            </a:extLst>
          </p:cNvPr>
          <p:cNvSpPr/>
          <p:nvPr/>
        </p:nvSpPr>
        <p:spPr>
          <a:xfrm>
            <a:off x="3815969" y="5820018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598820A6-CF9B-45E2-AEC7-7B3C11E464C2}"/>
              </a:ext>
            </a:extLst>
          </p:cNvPr>
          <p:cNvSpPr/>
          <p:nvPr/>
        </p:nvSpPr>
        <p:spPr>
          <a:xfrm>
            <a:off x="6301654" y="6397001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pic>
        <p:nvPicPr>
          <p:cNvPr id="232" name="그림 231">
            <a:extLst>
              <a:ext uri="{FF2B5EF4-FFF2-40B4-BE49-F238E27FC236}">
                <a16:creationId xmlns:a16="http://schemas.microsoft.com/office/drawing/2014/main" id="{B0CB38CF-9397-4576-9A1C-4D3E59AC5A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112991" y="5797924"/>
            <a:ext cx="981410" cy="1059506"/>
          </a:xfrm>
          <a:prstGeom prst="rect">
            <a:avLst/>
          </a:prstGeom>
        </p:spPr>
      </p:pic>
      <p:sp>
        <p:nvSpPr>
          <p:cNvPr id="233" name="말풍선: 사각형 67">
            <a:extLst>
              <a:ext uri="{FF2B5EF4-FFF2-40B4-BE49-F238E27FC236}">
                <a16:creationId xmlns:a16="http://schemas.microsoft.com/office/drawing/2014/main" id="{74D9745E-BF7A-4D1F-BA9D-DCB2A6976FBA}"/>
              </a:ext>
            </a:extLst>
          </p:cNvPr>
          <p:cNvSpPr/>
          <p:nvPr/>
        </p:nvSpPr>
        <p:spPr>
          <a:xfrm>
            <a:off x="1319616" y="5946959"/>
            <a:ext cx="1103809" cy="550537"/>
          </a:xfrm>
          <a:prstGeom prst="wedgeRectCallout">
            <a:avLst>
              <a:gd name="adj1" fmla="val -64860"/>
              <a:gd name="adj2" fmla="val -2516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2BE2C90-6088-420F-A451-BB603BCAC873}"/>
              </a:ext>
            </a:extLst>
          </p:cNvPr>
          <p:cNvSpPr txBox="1"/>
          <p:nvPr/>
        </p:nvSpPr>
        <p:spPr>
          <a:xfrm>
            <a:off x="1319616" y="5967194"/>
            <a:ext cx="1025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잘못 그린 </a:t>
            </a:r>
            <a:r>
              <a:rPr lang="en-US" altLang="ko-KR" sz="1000" dirty="0"/>
              <a:t>2</a:t>
            </a:r>
            <a:r>
              <a:rPr lang="ko-KR" altLang="en-US" sz="1000" dirty="0"/>
              <a:t>개를 지워주세요</a:t>
            </a:r>
            <a:r>
              <a:rPr lang="en-US" altLang="ko-KR" sz="1000" dirty="0"/>
              <a:t>!</a:t>
            </a: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76B71E9B-26E3-4A42-8206-3DA3475F9A5D}"/>
              </a:ext>
            </a:extLst>
          </p:cNvPr>
          <p:cNvSpPr/>
          <p:nvPr/>
        </p:nvSpPr>
        <p:spPr>
          <a:xfrm>
            <a:off x="155689" y="555716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F7BB8968-1AA3-4A5B-91EE-2CFC4B827E56}"/>
              </a:ext>
            </a:extLst>
          </p:cNvPr>
          <p:cNvSpPr/>
          <p:nvPr/>
        </p:nvSpPr>
        <p:spPr>
          <a:xfrm>
            <a:off x="437645" y="51231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D42D0C9C-6B5D-45E1-8FCB-A5C873368B32}"/>
              </a:ext>
            </a:extLst>
          </p:cNvPr>
          <p:cNvSpPr/>
          <p:nvPr/>
        </p:nvSpPr>
        <p:spPr>
          <a:xfrm>
            <a:off x="4471419" y="554455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B55A5156-8B9E-4CC0-8D99-1A0A6D66337E}"/>
              </a:ext>
            </a:extLst>
          </p:cNvPr>
          <p:cNvSpPr/>
          <p:nvPr/>
        </p:nvSpPr>
        <p:spPr>
          <a:xfrm>
            <a:off x="4753375" y="511055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E6F4B6A5-257A-41F7-9CD0-B219648CAC0A}"/>
              </a:ext>
            </a:extLst>
          </p:cNvPr>
          <p:cNvSpPr/>
          <p:nvPr/>
        </p:nvSpPr>
        <p:spPr>
          <a:xfrm>
            <a:off x="5026083" y="554455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53F976C7-71F5-4E2D-86DE-8DD6A9266193}"/>
              </a:ext>
            </a:extLst>
          </p:cNvPr>
          <p:cNvSpPr/>
          <p:nvPr/>
        </p:nvSpPr>
        <p:spPr>
          <a:xfrm>
            <a:off x="5308071" y="511055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C4E27A02-22A9-4B63-998A-A0E995225F24}"/>
              </a:ext>
            </a:extLst>
          </p:cNvPr>
          <p:cNvSpPr/>
          <p:nvPr/>
        </p:nvSpPr>
        <p:spPr>
          <a:xfrm>
            <a:off x="5583535" y="554455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4F4454D4-680D-4423-8C6C-6BA0903F7412}"/>
              </a:ext>
            </a:extLst>
          </p:cNvPr>
          <p:cNvSpPr/>
          <p:nvPr/>
        </p:nvSpPr>
        <p:spPr>
          <a:xfrm>
            <a:off x="5865491" y="511055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5B82900B-9434-4018-A9B5-3AE2444ED3EA}"/>
              </a:ext>
            </a:extLst>
          </p:cNvPr>
          <p:cNvSpPr/>
          <p:nvPr/>
        </p:nvSpPr>
        <p:spPr>
          <a:xfrm>
            <a:off x="6138199" y="554455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291DD1F3-AC3D-4D41-889E-886AABAFC9CE}"/>
              </a:ext>
            </a:extLst>
          </p:cNvPr>
          <p:cNvSpPr/>
          <p:nvPr/>
        </p:nvSpPr>
        <p:spPr>
          <a:xfrm>
            <a:off x="6420187" y="511055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958E98DE-66B7-4A78-8F6C-AEC8A1181DCE}"/>
              </a:ext>
            </a:extLst>
          </p:cNvPr>
          <p:cNvSpPr/>
          <p:nvPr/>
        </p:nvSpPr>
        <p:spPr>
          <a:xfrm>
            <a:off x="6716620" y="542933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FCF8D4AF-47CD-414C-9D19-19596655F0A4}"/>
              </a:ext>
            </a:extLst>
          </p:cNvPr>
          <p:cNvSpPr/>
          <p:nvPr/>
        </p:nvSpPr>
        <p:spPr>
          <a:xfrm>
            <a:off x="7136243" y="5272455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125A1B22-4648-408E-B65E-DCF8D11719D8}"/>
              </a:ext>
            </a:extLst>
          </p:cNvPr>
          <p:cNvSpPr/>
          <p:nvPr/>
        </p:nvSpPr>
        <p:spPr>
          <a:xfrm>
            <a:off x="3950509" y="553496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838887F3-EBB2-4F49-A216-81EEAA16110F}"/>
              </a:ext>
            </a:extLst>
          </p:cNvPr>
          <p:cNvSpPr/>
          <p:nvPr/>
        </p:nvSpPr>
        <p:spPr>
          <a:xfrm>
            <a:off x="4232465" y="510095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9" name="화살표: 아래쪽 248">
            <a:extLst>
              <a:ext uri="{FF2B5EF4-FFF2-40B4-BE49-F238E27FC236}">
                <a16:creationId xmlns:a16="http://schemas.microsoft.com/office/drawing/2014/main" id="{0FA36FCE-809F-4A31-AC21-896BE5850A26}"/>
              </a:ext>
            </a:extLst>
          </p:cNvPr>
          <p:cNvSpPr/>
          <p:nvPr/>
        </p:nvSpPr>
        <p:spPr>
          <a:xfrm>
            <a:off x="6744764" y="5146950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화살표: 아래쪽 249">
            <a:extLst>
              <a:ext uri="{FF2B5EF4-FFF2-40B4-BE49-F238E27FC236}">
                <a16:creationId xmlns:a16="http://schemas.microsoft.com/office/drawing/2014/main" id="{43B3B76C-7A61-467F-8DC5-31E10A51D128}"/>
              </a:ext>
            </a:extLst>
          </p:cNvPr>
          <p:cNvSpPr/>
          <p:nvPr/>
        </p:nvSpPr>
        <p:spPr>
          <a:xfrm>
            <a:off x="7177880" y="5003648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56416F98-8FBA-4B88-9A3F-EFD9C1AEC664}"/>
              </a:ext>
            </a:extLst>
          </p:cNvPr>
          <p:cNvSpPr/>
          <p:nvPr/>
        </p:nvSpPr>
        <p:spPr>
          <a:xfrm>
            <a:off x="1126468" y="1949000"/>
            <a:ext cx="1456386" cy="142775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F736B6A1-21DD-4A64-B9C8-61E0015E6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170" y="2928685"/>
            <a:ext cx="607532" cy="935083"/>
          </a:xfrm>
          <a:prstGeom prst="rect">
            <a:avLst/>
          </a:prstGeom>
        </p:spPr>
      </p:pic>
      <p:sp>
        <p:nvSpPr>
          <p:cNvPr id="116" name="타원 115">
            <a:extLst>
              <a:ext uri="{FF2B5EF4-FFF2-40B4-BE49-F238E27FC236}">
                <a16:creationId xmlns:a16="http://schemas.microsoft.com/office/drawing/2014/main" id="{1A3106C9-5E3A-4849-870B-DD9650895451}"/>
              </a:ext>
            </a:extLst>
          </p:cNvPr>
          <p:cNvSpPr/>
          <p:nvPr/>
        </p:nvSpPr>
        <p:spPr>
          <a:xfrm>
            <a:off x="1142238" y="180398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C100385-9DD5-47CB-B468-242BBD0A3CAB}"/>
              </a:ext>
            </a:extLst>
          </p:cNvPr>
          <p:cNvSpPr/>
          <p:nvPr/>
        </p:nvSpPr>
        <p:spPr>
          <a:xfrm>
            <a:off x="6126915" y="3181033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52E10C64-7F3D-400B-BF56-5E0BEDA98A9E}"/>
              </a:ext>
            </a:extLst>
          </p:cNvPr>
          <p:cNvSpPr/>
          <p:nvPr/>
        </p:nvSpPr>
        <p:spPr>
          <a:xfrm>
            <a:off x="2375487" y="5940407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4D42C19A-7C44-4CA7-9F45-F8C1BE0EC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176" y="5799286"/>
            <a:ext cx="607532" cy="935083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460E383C-68A1-4D87-8B50-D0D27FA1C06E}"/>
              </a:ext>
            </a:extLst>
          </p:cNvPr>
          <p:cNvSpPr txBox="1"/>
          <p:nvPr/>
        </p:nvSpPr>
        <p:spPr>
          <a:xfrm>
            <a:off x="4800799" y="1171980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19DEF7F-7545-44D7-8E23-5241C8BDA1AC}"/>
              </a:ext>
            </a:extLst>
          </p:cNvPr>
          <p:cNvSpPr txBox="1"/>
          <p:nvPr/>
        </p:nvSpPr>
        <p:spPr>
          <a:xfrm>
            <a:off x="903163" y="415811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수의 덧셈과 뺄셈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E798C1E-503A-4595-BADA-EDA0214CF4CB}"/>
              </a:ext>
            </a:extLst>
          </p:cNvPr>
          <p:cNvSpPr txBox="1"/>
          <p:nvPr/>
        </p:nvSpPr>
        <p:spPr>
          <a:xfrm>
            <a:off x="4721338" y="419122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CE8DCD7-61A1-433C-8CD9-4449B8C88A27}"/>
              </a:ext>
            </a:extLst>
          </p:cNvPr>
          <p:cNvSpPr txBox="1"/>
          <p:nvPr/>
        </p:nvSpPr>
        <p:spPr>
          <a:xfrm>
            <a:off x="1013762" y="1212881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수의 덧셈과 뺄셈</a:t>
            </a: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1428138B-C11C-463E-B137-185A8FF178F1}"/>
              </a:ext>
            </a:extLst>
          </p:cNvPr>
          <p:cNvSpPr/>
          <p:nvPr/>
        </p:nvSpPr>
        <p:spPr>
          <a:xfrm>
            <a:off x="2618641" y="3041127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25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228056"/>
              </p:ext>
            </p:extLst>
          </p:nvPr>
        </p:nvGraphicFramePr>
        <p:xfrm>
          <a:off x="7675178" y="2425093"/>
          <a:ext cx="4449042" cy="4042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삭제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개를 연한 색으로 변하는 모션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삭제한 느낌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“10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개에서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개를 더 지우면 몇 개 일까요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?”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입력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삭제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모양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개를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 순으로 연한 색으로 변하는 모션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삭제한 느낌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270253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입력창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입력 방식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987882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효과음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딩동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정답입니다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.” /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O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표기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907574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ko-KR" sz="1050" dirty="0"/>
                        <a:t>“</a:t>
                      </a:r>
                      <a:r>
                        <a:rPr lang="ko-KR" altLang="en-US" sz="1050" dirty="0"/>
                        <a:t>잘했어요</a:t>
                      </a:r>
                      <a:r>
                        <a:rPr lang="en-US" altLang="ko-KR" sz="1050" dirty="0"/>
                        <a:t>!” </a:t>
                      </a:r>
                      <a:r>
                        <a:rPr lang="ko-KR" altLang="en-US" sz="1050" dirty="0" err="1"/>
                        <a:t>대화창</a:t>
                      </a:r>
                      <a:r>
                        <a:rPr lang="ko-KR" altLang="en-US" sz="1050" dirty="0"/>
                        <a:t> 등장 후 삭제</a:t>
                      </a:r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“</a:t>
                      </a:r>
                      <a:r>
                        <a:rPr lang="ko-KR" altLang="en-US" sz="1050" dirty="0"/>
                        <a:t>더 많은 담장을 </a:t>
                      </a:r>
                      <a:r>
                        <a:rPr lang="ko-KR" altLang="en-US" sz="1050" dirty="0" err="1"/>
                        <a:t>색칠해야해요</a:t>
                      </a:r>
                      <a:r>
                        <a:rPr lang="en-US" altLang="ko-KR" sz="1050" dirty="0"/>
                        <a:t>!”</a:t>
                      </a:r>
                    </a:p>
                    <a:p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주인고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328353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버튼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UI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문제 화면으로 이동 버튼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98548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622133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세 수의 뺄셈 기초 원리 지도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그림 98">
            <a:extLst>
              <a:ext uri="{FF2B5EF4-FFF2-40B4-BE49-F238E27FC236}">
                <a16:creationId xmlns:a16="http://schemas.microsoft.com/office/drawing/2014/main" id="{879ED7B2-7B87-4488-8C1B-8846FCFFD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915" y="4048091"/>
            <a:ext cx="3617884" cy="2716628"/>
          </a:xfrm>
          <a:prstGeom prst="rect">
            <a:avLst/>
          </a:prstGeom>
        </p:spPr>
      </p:pic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8E9A84CF-1BA0-419E-B4C1-3590EAFD6B12}"/>
              </a:ext>
            </a:extLst>
          </p:cNvPr>
          <p:cNvCxnSpPr>
            <a:cxnSpLocks/>
          </p:cNvCxnSpPr>
          <p:nvPr/>
        </p:nvCxnSpPr>
        <p:spPr>
          <a:xfrm>
            <a:off x="-13103" y="3929522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8" name="그림 147">
            <a:extLst>
              <a:ext uri="{FF2B5EF4-FFF2-40B4-BE49-F238E27FC236}">
                <a16:creationId xmlns:a16="http://schemas.microsoft.com/office/drawing/2014/main" id="{EBA764BF-083D-4102-A4BB-495E5F171C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3938877" y="5686590"/>
            <a:ext cx="975270" cy="1052877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E8D8814C-0E4C-401C-9FDF-773A3094F8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635" t="7248" r="17419" b="6958"/>
          <a:stretch/>
        </p:blipFill>
        <p:spPr>
          <a:xfrm>
            <a:off x="6346507" y="5686590"/>
            <a:ext cx="975294" cy="893985"/>
          </a:xfrm>
          <a:prstGeom prst="rect">
            <a:avLst/>
          </a:prstGeom>
        </p:spPr>
      </p:pic>
      <p:sp>
        <p:nvSpPr>
          <p:cNvPr id="151" name="말풍선: 사각형 67">
            <a:extLst>
              <a:ext uri="{FF2B5EF4-FFF2-40B4-BE49-F238E27FC236}">
                <a16:creationId xmlns:a16="http://schemas.microsoft.com/office/drawing/2014/main" id="{4679B91F-87D5-4CE7-A447-3B705E254BB3}"/>
              </a:ext>
            </a:extLst>
          </p:cNvPr>
          <p:cNvSpPr/>
          <p:nvPr/>
        </p:nvSpPr>
        <p:spPr>
          <a:xfrm>
            <a:off x="3919211" y="4931801"/>
            <a:ext cx="1462860" cy="634453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762D547-D5D3-43CE-A2CE-B05FC14CE003}"/>
              </a:ext>
            </a:extLst>
          </p:cNvPr>
          <p:cNvSpPr txBox="1"/>
          <p:nvPr/>
        </p:nvSpPr>
        <p:spPr>
          <a:xfrm>
            <a:off x="4101835" y="4977973"/>
            <a:ext cx="11651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잘했어요</a:t>
            </a:r>
            <a:r>
              <a:rPr lang="en-US" altLang="ko-KR" sz="1000" dirty="0"/>
              <a:t>!</a:t>
            </a:r>
          </a:p>
          <a:p>
            <a:r>
              <a:rPr lang="ko-KR" altLang="en-US" sz="1000" dirty="0"/>
              <a:t>더 많은 담장을</a:t>
            </a:r>
            <a:endParaRPr lang="en-US" altLang="ko-KR" sz="1000" dirty="0"/>
          </a:p>
          <a:p>
            <a:r>
              <a:rPr lang="ko-KR" altLang="en-US" sz="1000" dirty="0" err="1"/>
              <a:t>색칠해야해요</a:t>
            </a:r>
            <a:r>
              <a:rPr lang="en-US" altLang="ko-KR" sz="1000" dirty="0"/>
              <a:t>!</a:t>
            </a:r>
          </a:p>
        </p:txBody>
      </p:sp>
      <p:sp>
        <p:nvSpPr>
          <p:cNvPr id="153" name="말풍선: 사각형 67">
            <a:extLst>
              <a:ext uri="{FF2B5EF4-FFF2-40B4-BE49-F238E27FC236}">
                <a16:creationId xmlns:a16="http://schemas.microsoft.com/office/drawing/2014/main" id="{6BA949D7-6977-4438-BB46-010C7A6146DE}"/>
              </a:ext>
            </a:extLst>
          </p:cNvPr>
          <p:cNvSpPr/>
          <p:nvPr/>
        </p:nvSpPr>
        <p:spPr>
          <a:xfrm>
            <a:off x="6704604" y="5204249"/>
            <a:ext cx="648324" cy="406744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63EB283-9A46-46A4-B5CE-27F221EAF21A}"/>
              </a:ext>
            </a:extLst>
          </p:cNvPr>
          <p:cNvSpPr txBox="1"/>
          <p:nvPr/>
        </p:nvSpPr>
        <p:spPr>
          <a:xfrm>
            <a:off x="6848097" y="5303041"/>
            <a:ext cx="516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네</a:t>
            </a:r>
            <a:r>
              <a:rPr lang="en-US" altLang="ko-KR" sz="1000" dirty="0"/>
              <a:t>!</a:t>
            </a:r>
            <a:endParaRPr lang="ko-KR" altLang="en-US" sz="1000" dirty="0"/>
          </a:p>
        </p:txBody>
      </p:sp>
      <p:pic>
        <p:nvPicPr>
          <p:cNvPr id="155" name="그림 154">
            <a:extLst>
              <a:ext uri="{FF2B5EF4-FFF2-40B4-BE49-F238E27FC236}">
                <a16:creationId xmlns:a16="http://schemas.microsoft.com/office/drawing/2014/main" id="{7E1AA4D1-4E63-42E3-8DC4-7F2AE4B5F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786" y="6205678"/>
            <a:ext cx="2469975" cy="336601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E93830DB-9000-4A80-A69B-7AD5FFFC2BFD}"/>
              </a:ext>
            </a:extLst>
          </p:cNvPr>
          <p:cNvSpPr txBox="1"/>
          <p:nvPr/>
        </p:nvSpPr>
        <p:spPr>
          <a:xfrm>
            <a:off x="4463397" y="6256290"/>
            <a:ext cx="2278713" cy="246221"/>
          </a:xfrm>
          <a:prstGeom prst="rect">
            <a:avLst/>
          </a:prstGeom>
          <a:solidFill>
            <a:srgbClr val="F8FA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덧셈</a:t>
            </a:r>
            <a:r>
              <a:rPr lang="en-US" altLang="ko-KR" sz="1000" dirty="0"/>
              <a:t>, </a:t>
            </a:r>
            <a:r>
              <a:rPr lang="ko-KR" altLang="en-US" sz="1000" dirty="0"/>
              <a:t>뺄셈의 힘으로 담장 색칠하기</a:t>
            </a: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890718A4-7D41-46D9-AAB8-1FD58E023338}"/>
              </a:ext>
            </a:extLst>
          </p:cNvPr>
          <p:cNvSpPr/>
          <p:nvPr/>
        </p:nvSpPr>
        <p:spPr>
          <a:xfrm>
            <a:off x="5381849" y="4892033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C2F7C8DC-AE8B-47BF-8C82-5DEA7C5E0EA4}"/>
              </a:ext>
            </a:extLst>
          </p:cNvPr>
          <p:cNvSpPr/>
          <p:nvPr/>
        </p:nvSpPr>
        <p:spPr>
          <a:xfrm>
            <a:off x="4943909" y="5944432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pic>
        <p:nvPicPr>
          <p:cNvPr id="159" name="그림 158">
            <a:extLst>
              <a:ext uri="{FF2B5EF4-FFF2-40B4-BE49-F238E27FC236}">
                <a16:creationId xmlns:a16="http://schemas.microsoft.com/office/drawing/2014/main" id="{CCF6E744-B9C0-4D77-B623-F008DBC7E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211" y="1118689"/>
            <a:ext cx="3617884" cy="2716628"/>
          </a:xfrm>
          <a:prstGeom prst="rect">
            <a:avLst/>
          </a:prstGeom>
        </p:spPr>
      </p:pic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87B1BE59-6E51-4CE3-8D23-9CE5E88D952F}"/>
              </a:ext>
            </a:extLst>
          </p:cNvPr>
          <p:cNvSpPr/>
          <p:nvPr/>
        </p:nvSpPr>
        <p:spPr>
          <a:xfrm>
            <a:off x="4606968" y="265229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7EA51716-747F-4E9F-A32D-0C568B5D991A}"/>
              </a:ext>
            </a:extLst>
          </p:cNvPr>
          <p:cNvSpPr/>
          <p:nvPr/>
        </p:nvSpPr>
        <p:spPr>
          <a:xfrm>
            <a:off x="4888924" y="221829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E57D7E55-F26B-440E-BC74-24D19AB0C253}"/>
              </a:ext>
            </a:extLst>
          </p:cNvPr>
          <p:cNvSpPr/>
          <p:nvPr/>
        </p:nvSpPr>
        <p:spPr>
          <a:xfrm>
            <a:off x="5161632" y="265229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AC9590B-FAA3-442F-A24C-495A19218895}"/>
              </a:ext>
            </a:extLst>
          </p:cNvPr>
          <p:cNvSpPr/>
          <p:nvPr/>
        </p:nvSpPr>
        <p:spPr>
          <a:xfrm>
            <a:off x="5443620" y="221829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2657006-5DC3-4689-A120-FF0B1938F4F6}"/>
              </a:ext>
            </a:extLst>
          </p:cNvPr>
          <p:cNvSpPr/>
          <p:nvPr/>
        </p:nvSpPr>
        <p:spPr>
          <a:xfrm>
            <a:off x="5719084" y="265229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2DD33D00-5AA4-403D-84A8-60FB2E0BCC23}"/>
              </a:ext>
            </a:extLst>
          </p:cNvPr>
          <p:cNvSpPr/>
          <p:nvPr/>
        </p:nvSpPr>
        <p:spPr>
          <a:xfrm>
            <a:off x="6001040" y="221829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D4684ED5-ACD3-4664-82DB-35CC23EF1357}"/>
              </a:ext>
            </a:extLst>
          </p:cNvPr>
          <p:cNvSpPr/>
          <p:nvPr/>
        </p:nvSpPr>
        <p:spPr>
          <a:xfrm>
            <a:off x="6273748" y="2652296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B24813B-9F9B-4FBB-AAB7-4F9EFA7AD193}"/>
              </a:ext>
            </a:extLst>
          </p:cNvPr>
          <p:cNvSpPr/>
          <p:nvPr/>
        </p:nvSpPr>
        <p:spPr>
          <a:xfrm>
            <a:off x="6555736" y="221829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1A51F2FD-9CC0-4195-B3AE-82782EEAECD8}"/>
              </a:ext>
            </a:extLst>
          </p:cNvPr>
          <p:cNvSpPr/>
          <p:nvPr/>
        </p:nvSpPr>
        <p:spPr>
          <a:xfrm>
            <a:off x="3976635" y="3071404"/>
            <a:ext cx="3513522" cy="673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8130947-BCA5-4704-8DBD-C3D7A297287B}"/>
              </a:ext>
            </a:extLst>
          </p:cNvPr>
          <p:cNvSpPr/>
          <p:nvPr/>
        </p:nvSpPr>
        <p:spPr>
          <a:xfrm>
            <a:off x="4695880" y="3390032"/>
            <a:ext cx="1616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 10 - 3 = (   )</a:t>
            </a:r>
            <a:endParaRPr lang="ko-KR" alt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A361D85-921E-4C70-8F59-7A8DFB59593E}"/>
              </a:ext>
            </a:extLst>
          </p:cNvPr>
          <p:cNvSpPr txBox="1"/>
          <p:nvPr/>
        </p:nvSpPr>
        <p:spPr>
          <a:xfrm>
            <a:off x="3970301" y="3086468"/>
            <a:ext cx="349477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       모양 </a:t>
            </a:r>
            <a:r>
              <a:rPr lang="en-US" altLang="ko-KR" sz="1000" dirty="0"/>
              <a:t>10</a:t>
            </a:r>
            <a:r>
              <a:rPr lang="ko-KR" altLang="en-US" sz="1000" dirty="0"/>
              <a:t>개에서 </a:t>
            </a:r>
            <a:r>
              <a:rPr lang="en-US" altLang="ko-KR" sz="1000" dirty="0"/>
              <a:t>3</a:t>
            </a:r>
            <a:r>
              <a:rPr lang="ko-KR" altLang="en-US" sz="1000" dirty="0"/>
              <a:t>개를 더 지우면 몇 개 일까요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FF875059-B36F-4398-B81E-C55E5892DF52}"/>
              </a:ext>
            </a:extLst>
          </p:cNvPr>
          <p:cNvSpPr/>
          <p:nvPr/>
        </p:nvSpPr>
        <p:spPr>
          <a:xfrm>
            <a:off x="4086090" y="3125218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7794C95A-BAEE-412E-B1CB-8ECBBF27375E}"/>
              </a:ext>
            </a:extLst>
          </p:cNvPr>
          <p:cNvSpPr/>
          <p:nvPr/>
        </p:nvSpPr>
        <p:spPr>
          <a:xfrm>
            <a:off x="6570996" y="1896597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150EB634-960C-449A-A6FC-59C760186AA6}"/>
              </a:ext>
            </a:extLst>
          </p:cNvPr>
          <p:cNvSpPr/>
          <p:nvPr/>
        </p:nvSpPr>
        <p:spPr>
          <a:xfrm>
            <a:off x="6929562" y="1928211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FB97557F-C16C-46AC-9F9E-90796BF3EB73}"/>
              </a:ext>
            </a:extLst>
          </p:cNvPr>
          <p:cNvSpPr/>
          <p:nvPr/>
        </p:nvSpPr>
        <p:spPr>
          <a:xfrm>
            <a:off x="3881076" y="287032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91B2959D-ED0D-4488-92FF-34D1E76ABFD8}"/>
              </a:ext>
            </a:extLst>
          </p:cNvPr>
          <p:cNvSpPr/>
          <p:nvPr/>
        </p:nvSpPr>
        <p:spPr>
          <a:xfrm>
            <a:off x="6229755" y="344389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7" name="화살표: 아래쪽 176">
            <a:extLst>
              <a:ext uri="{FF2B5EF4-FFF2-40B4-BE49-F238E27FC236}">
                <a16:creationId xmlns:a16="http://schemas.microsoft.com/office/drawing/2014/main" id="{7059FD34-B7E4-4348-A59B-848B7EAEA850}"/>
              </a:ext>
            </a:extLst>
          </p:cNvPr>
          <p:cNvSpPr/>
          <p:nvPr/>
        </p:nvSpPr>
        <p:spPr>
          <a:xfrm>
            <a:off x="6040985" y="1896597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pic>
        <p:nvPicPr>
          <p:cNvPr id="193" name="그림 192">
            <a:extLst>
              <a:ext uri="{FF2B5EF4-FFF2-40B4-BE49-F238E27FC236}">
                <a16:creationId xmlns:a16="http://schemas.microsoft.com/office/drawing/2014/main" id="{8F04920B-9BCF-476A-A468-83B264329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4" y="1118689"/>
            <a:ext cx="3617884" cy="2716628"/>
          </a:xfrm>
          <a:prstGeom prst="rect">
            <a:avLst/>
          </a:prstGeom>
        </p:spPr>
      </p:pic>
      <p:pic>
        <p:nvPicPr>
          <p:cNvPr id="204" name="그림 203">
            <a:extLst>
              <a:ext uri="{FF2B5EF4-FFF2-40B4-BE49-F238E27FC236}">
                <a16:creationId xmlns:a16="http://schemas.microsoft.com/office/drawing/2014/main" id="{0CCDD879-AFE5-474D-ABBE-41D771F30D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3" t="7974" r="26035" b="7022"/>
          <a:stretch/>
        </p:blipFill>
        <p:spPr>
          <a:xfrm flipH="1">
            <a:off x="105725" y="2894115"/>
            <a:ext cx="981410" cy="1059506"/>
          </a:xfrm>
          <a:prstGeom prst="rect">
            <a:avLst/>
          </a:prstGeom>
        </p:spPr>
      </p:pic>
      <p:sp>
        <p:nvSpPr>
          <p:cNvPr id="205" name="말풍선: 사각형 67">
            <a:extLst>
              <a:ext uri="{FF2B5EF4-FFF2-40B4-BE49-F238E27FC236}">
                <a16:creationId xmlns:a16="http://schemas.microsoft.com/office/drawing/2014/main" id="{CC1046C3-279F-4998-9FDE-ABEA44EB1CF0}"/>
              </a:ext>
            </a:extLst>
          </p:cNvPr>
          <p:cNvSpPr/>
          <p:nvPr/>
        </p:nvSpPr>
        <p:spPr>
          <a:xfrm>
            <a:off x="1312350" y="3043151"/>
            <a:ext cx="1103809" cy="631226"/>
          </a:xfrm>
          <a:prstGeom prst="wedgeRectCallout">
            <a:avLst>
              <a:gd name="adj1" fmla="val -64860"/>
              <a:gd name="adj2" fmla="val -2516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E44FDDEE-DC3F-4E3E-9BA4-53541F241E82}"/>
              </a:ext>
            </a:extLst>
          </p:cNvPr>
          <p:cNvSpPr txBox="1"/>
          <p:nvPr/>
        </p:nvSpPr>
        <p:spPr>
          <a:xfrm>
            <a:off x="1312350" y="3063385"/>
            <a:ext cx="10259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3</a:t>
            </a:r>
            <a:r>
              <a:rPr lang="ko-KR" altLang="en-US" sz="1000" dirty="0"/>
              <a:t>개를 더 </a:t>
            </a:r>
            <a:endParaRPr lang="en-US" altLang="ko-KR" sz="1000" dirty="0"/>
          </a:p>
          <a:p>
            <a:r>
              <a:rPr lang="ko-KR" altLang="en-US" sz="1000" dirty="0"/>
              <a:t>지우고 싶어요</a:t>
            </a:r>
            <a:r>
              <a:rPr lang="en-US" altLang="ko-KR" sz="1000" dirty="0"/>
              <a:t>. </a:t>
            </a:r>
            <a:r>
              <a:rPr lang="ko-KR" altLang="en-US" sz="1000" dirty="0"/>
              <a:t>지워주세요</a:t>
            </a:r>
            <a:r>
              <a:rPr lang="en-US" altLang="ko-KR" sz="1000" dirty="0"/>
              <a:t>.</a:t>
            </a:r>
          </a:p>
        </p:txBody>
      </p:sp>
      <p:pic>
        <p:nvPicPr>
          <p:cNvPr id="212" name="그림 211">
            <a:extLst>
              <a:ext uri="{FF2B5EF4-FFF2-40B4-BE49-F238E27FC236}">
                <a16:creationId xmlns:a16="http://schemas.microsoft.com/office/drawing/2014/main" id="{C948B746-54CA-4D07-A1C5-0229E0296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6" y="4104076"/>
            <a:ext cx="3617884" cy="2716628"/>
          </a:xfrm>
          <a:prstGeom prst="rect">
            <a:avLst/>
          </a:prstGeom>
        </p:spPr>
      </p:pic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5A107D0B-28D0-4EFD-A84B-ABA2D7A9A5C0}"/>
              </a:ext>
            </a:extLst>
          </p:cNvPr>
          <p:cNvSpPr/>
          <p:nvPr/>
        </p:nvSpPr>
        <p:spPr>
          <a:xfrm>
            <a:off x="696413" y="56561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308D1042-D036-4AD6-8236-703A2CE8B62B}"/>
              </a:ext>
            </a:extLst>
          </p:cNvPr>
          <p:cNvSpPr/>
          <p:nvPr/>
        </p:nvSpPr>
        <p:spPr>
          <a:xfrm>
            <a:off x="978369" y="52221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62A49835-CEA4-4EF1-BF1F-01219A6874B8}"/>
              </a:ext>
            </a:extLst>
          </p:cNvPr>
          <p:cNvSpPr/>
          <p:nvPr/>
        </p:nvSpPr>
        <p:spPr>
          <a:xfrm>
            <a:off x="1251077" y="56561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D4BBA086-F2CA-479A-940D-D0743DA03DD6}"/>
              </a:ext>
            </a:extLst>
          </p:cNvPr>
          <p:cNvSpPr/>
          <p:nvPr/>
        </p:nvSpPr>
        <p:spPr>
          <a:xfrm>
            <a:off x="1533065" y="52221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DFD0EEFB-7E86-4E8D-BEBD-8FF0DD24260B}"/>
              </a:ext>
            </a:extLst>
          </p:cNvPr>
          <p:cNvSpPr/>
          <p:nvPr/>
        </p:nvSpPr>
        <p:spPr>
          <a:xfrm>
            <a:off x="1808529" y="56561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46E62A77-86A5-43A9-B328-4C6ECF251347}"/>
              </a:ext>
            </a:extLst>
          </p:cNvPr>
          <p:cNvSpPr/>
          <p:nvPr/>
        </p:nvSpPr>
        <p:spPr>
          <a:xfrm>
            <a:off x="2090485" y="52221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3996991C-3EB0-443F-A27F-E4B714FA3C9E}"/>
              </a:ext>
            </a:extLst>
          </p:cNvPr>
          <p:cNvSpPr/>
          <p:nvPr/>
        </p:nvSpPr>
        <p:spPr>
          <a:xfrm>
            <a:off x="2363193" y="56561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DFBA5552-D46E-4725-AEDC-82053B9E9B5E}"/>
              </a:ext>
            </a:extLst>
          </p:cNvPr>
          <p:cNvSpPr/>
          <p:nvPr/>
        </p:nvSpPr>
        <p:spPr>
          <a:xfrm>
            <a:off x="2645181" y="522215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CEEE887E-59CB-4AEE-B5A2-797B55FA8475}"/>
              </a:ext>
            </a:extLst>
          </p:cNvPr>
          <p:cNvSpPr/>
          <p:nvPr/>
        </p:nvSpPr>
        <p:spPr>
          <a:xfrm>
            <a:off x="2941614" y="5540943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BCE3AA56-40DD-4449-9D95-2C8565170140}"/>
              </a:ext>
            </a:extLst>
          </p:cNvPr>
          <p:cNvSpPr/>
          <p:nvPr/>
        </p:nvSpPr>
        <p:spPr>
          <a:xfrm>
            <a:off x="3361237" y="5384061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6" name="화살표: 아래쪽 225">
            <a:extLst>
              <a:ext uri="{FF2B5EF4-FFF2-40B4-BE49-F238E27FC236}">
                <a16:creationId xmlns:a16="http://schemas.microsoft.com/office/drawing/2014/main" id="{04C311F3-5A8F-4FA3-A9B4-FDA860F152D1}"/>
              </a:ext>
            </a:extLst>
          </p:cNvPr>
          <p:cNvSpPr/>
          <p:nvPr/>
        </p:nvSpPr>
        <p:spPr>
          <a:xfrm>
            <a:off x="2970754" y="5242542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화살표: 아래쪽 226">
            <a:extLst>
              <a:ext uri="{FF2B5EF4-FFF2-40B4-BE49-F238E27FC236}">
                <a16:creationId xmlns:a16="http://schemas.microsoft.com/office/drawing/2014/main" id="{8C6C280E-022D-472D-B246-D0D4AB2491E9}"/>
              </a:ext>
            </a:extLst>
          </p:cNvPr>
          <p:cNvSpPr/>
          <p:nvPr/>
        </p:nvSpPr>
        <p:spPr>
          <a:xfrm>
            <a:off x="3403870" y="5099240"/>
            <a:ext cx="165226" cy="222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화살표: 아래쪽 227">
            <a:extLst>
              <a:ext uri="{FF2B5EF4-FFF2-40B4-BE49-F238E27FC236}">
                <a16:creationId xmlns:a16="http://schemas.microsoft.com/office/drawing/2014/main" id="{6DE1F979-400C-4795-BE4A-346075375DBF}"/>
              </a:ext>
            </a:extLst>
          </p:cNvPr>
          <p:cNvSpPr/>
          <p:nvPr/>
        </p:nvSpPr>
        <p:spPr>
          <a:xfrm>
            <a:off x="2691485" y="4933354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29" name="화살표: 아래쪽 228">
            <a:extLst>
              <a:ext uri="{FF2B5EF4-FFF2-40B4-BE49-F238E27FC236}">
                <a16:creationId xmlns:a16="http://schemas.microsoft.com/office/drawing/2014/main" id="{E286C1B2-3DEF-4D7A-8F20-FAEC0ABF9A71}"/>
              </a:ext>
            </a:extLst>
          </p:cNvPr>
          <p:cNvSpPr/>
          <p:nvPr/>
        </p:nvSpPr>
        <p:spPr>
          <a:xfrm>
            <a:off x="2403665" y="5390238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30" name="화살표: 아래쪽 229">
            <a:extLst>
              <a:ext uri="{FF2B5EF4-FFF2-40B4-BE49-F238E27FC236}">
                <a16:creationId xmlns:a16="http://schemas.microsoft.com/office/drawing/2014/main" id="{A8D4A66C-BE68-4CE6-B7F6-DFF06F931BED}"/>
              </a:ext>
            </a:extLst>
          </p:cNvPr>
          <p:cNvSpPr/>
          <p:nvPr/>
        </p:nvSpPr>
        <p:spPr>
          <a:xfrm>
            <a:off x="2161474" y="4933354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6F5A783A-E384-4D69-953D-E4790BC146D2}"/>
              </a:ext>
            </a:extLst>
          </p:cNvPr>
          <p:cNvSpPr/>
          <p:nvPr/>
        </p:nvSpPr>
        <p:spPr>
          <a:xfrm>
            <a:off x="200998" y="5991090"/>
            <a:ext cx="3513522" cy="673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6781431D-FDB0-4669-AA56-13FE727D3C96}"/>
              </a:ext>
            </a:extLst>
          </p:cNvPr>
          <p:cNvSpPr/>
          <p:nvPr/>
        </p:nvSpPr>
        <p:spPr>
          <a:xfrm>
            <a:off x="870235" y="6193941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12 – 2 – 3 = (   )</a:t>
            </a:r>
            <a:endParaRPr lang="ko-KR" altLang="en-US" dirty="0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8EF2E2ED-3854-4E87-924E-4C1E37075679}"/>
              </a:ext>
            </a:extLst>
          </p:cNvPr>
          <p:cNvSpPr/>
          <p:nvPr/>
        </p:nvSpPr>
        <p:spPr>
          <a:xfrm>
            <a:off x="720307" y="268146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D7D6E11E-674C-4E31-BBFD-B19661BFA429}"/>
              </a:ext>
            </a:extLst>
          </p:cNvPr>
          <p:cNvSpPr/>
          <p:nvPr/>
        </p:nvSpPr>
        <p:spPr>
          <a:xfrm>
            <a:off x="1002263" y="22474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74209D55-81A4-4FFD-9EF0-467C776BCB70}"/>
              </a:ext>
            </a:extLst>
          </p:cNvPr>
          <p:cNvSpPr/>
          <p:nvPr/>
        </p:nvSpPr>
        <p:spPr>
          <a:xfrm>
            <a:off x="1274971" y="268146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4411366D-CF63-442E-A506-F899203C9167}"/>
              </a:ext>
            </a:extLst>
          </p:cNvPr>
          <p:cNvSpPr/>
          <p:nvPr/>
        </p:nvSpPr>
        <p:spPr>
          <a:xfrm>
            <a:off x="1556959" y="22474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A60E7354-EA77-458C-9262-F6CDE06C0B0B}"/>
              </a:ext>
            </a:extLst>
          </p:cNvPr>
          <p:cNvSpPr/>
          <p:nvPr/>
        </p:nvSpPr>
        <p:spPr>
          <a:xfrm>
            <a:off x="1832423" y="268146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6D54E55-760F-4E19-A9F0-C1E9E79EFB14}"/>
              </a:ext>
            </a:extLst>
          </p:cNvPr>
          <p:cNvSpPr/>
          <p:nvPr/>
        </p:nvSpPr>
        <p:spPr>
          <a:xfrm>
            <a:off x="2114379" y="22474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A75A49C2-3432-406B-97F4-9C62337D6123}"/>
              </a:ext>
            </a:extLst>
          </p:cNvPr>
          <p:cNvSpPr/>
          <p:nvPr/>
        </p:nvSpPr>
        <p:spPr>
          <a:xfrm>
            <a:off x="2387087" y="268146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CB0B69C5-AEE2-467E-AC18-30FC1747CCDF}"/>
              </a:ext>
            </a:extLst>
          </p:cNvPr>
          <p:cNvSpPr/>
          <p:nvPr/>
        </p:nvSpPr>
        <p:spPr>
          <a:xfrm>
            <a:off x="2669075" y="224746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53CD3E9B-2BF9-4D56-8E00-7873E6ABB2B4}"/>
              </a:ext>
            </a:extLst>
          </p:cNvPr>
          <p:cNvSpPr/>
          <p:nvPr/>
        </p:nvSpPr>
        <p:spPr>
          <a:xfrm>
            <a:off x="199397" y="267187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9E9FCBD-28EA-47C2-8DF8-AC9CD9C3C313}"/>
              </a:ext>
            </a:extLst>
          </p:cNvPr>
          <p:cNvSpPr/>
          <p:nvPr/>
        </p:nvSpPr>
        <p:spPr>
          <a:xfrm>
            <a:off x="481353" y="223786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8BEE06FC-F648-46C0-9A00-536364CD8F97}"/>
              </a:ext>
            </a:extLst>
          </p:cNvPr>
          <p:cNvSpPr/>
          <p:nvPr/>
        </p:nvSpPr>
        <p:spPr>
          <a:xfrm>
            <a:off x="4049860" y="2654492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547429FD-D236-4F7F-BE12-B62EC76036ED}"/>
              </a:ext>
            </a:extLst>
          </p:cNvPr>
          <p:cNvSpPr/>
          <p:nvPr/>
        </p:nvSpPr>
        <p:spPr>
          <a:xfrm>
            <a:off x="4331816" y="2220487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0" name="화살표: 아래쪽 249">
            <a:extLst>
              <a:ext uri="{FF2B5EF4-FFF2-40B4-BE49-F238E27FC236}">
                <a16:creationId xmlns:a16="http://schemas.microsoft.com/office/drawing/2014/main" id="{D6D24FFC-7794-4E68-8314-FF24406C5C7C}"/>
              </a:ext>
            </a:extLst>
          </p:cNvPr>
          <p:cNvSpPr/>
          <p:nvPr/>
        </p:nvSpPr>
        <p:spPr>
          <a:xfrm>
            <a:off x="6303467" y="2382754"/>
            <a:ext cx="165226" cy="2224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54D7682D-1933-4662-AAF3-24BCE84A1E23}"/>
              </a:ext>
            </a:extLst>
          </p:cNvPr>
          <p:cNvSpPr/>
          <p:nvPr/>
        </p:nvSpPr>
        <p:spPr>
          <a:xfrm>
            <a:off x="155701" y="5648880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0424A4E3-A5A5-42EF-8107-8A4F04A94D47}"/>
              </a:ext>
            </a:extLst>
          </p:cNvPr>
          <p:cNvSpPr/>
          <p:nvPr/>
        </p:nvSpPr>
        <p:spPr>
          <a:xfrm>
            <a:off x="437657" y="5214875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41619B30-C138-4BB5-9EE5-4AFA82832826}"/>
              </a:ext>
            </a:extLst>
          </p:cNvPr>
          <p:cNvSpPr/>
          <p:nvPr/>
        </p:nvSpPr>
        <p:spPr>
          <a:xfrm>
            <a:off x="2286402" y="3053842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F95A5F47-BB04-479F-A779-8A2D45F22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662" y="2928198"/>
            <a:ext cx="549972" cy="846490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2A004196-C2BD-41AB-A649-F9F018A61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9671" y="5838825"/>
            <a:ext cx="764999" cy="935444"/>
          </a:xfrm>
          <a:prstGeom prst="rect">
            <a:avLst/>
          </a:prstGeom>
        </p:spPr>
      </p:pic>
      <p:sp>
        <p:nvSpPr>
          <p:cNvPr id="81" name="타원 80">
            <a:extLst>
              <a:ext uri="{FF2B5EF4-FFF2-40B4-BE49-F238E27FC236}">
                <a16:creationId xmlns:a16="http://schemas.microsoft.com/office/drawing/2014/main" id="{8A728A43-C17F-4A5B-BC37-A284E9690EA0}"/>
              </a:ext>
            </a:extLst>
          </p:cNvPr>
          <p:cNvSpPr/>
          <p:nvPr/>
        </p:nvSpPr>
        <p:spPr>
          <a:xfrm>
            <a:off x="2902327" y="4776895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AFA8E7EB-AA20-4BA6-9BA1-9D9C3E665A61}"/>
              </a:ext>
            </a:extLst>
          </p:cNvPr>
          <p:cNvSpPr/>
          <p:nvPr/>
        </p:nvSpPr>
        <p:spPr>
          <a:xfrm>
            <a:off x="2295698" y="5951606"/>
            <a:ext cx="31559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50DCA9-B265-407A-A772-CE3D2878F389}"/>
              </a:ext>
            </a:extLst>
          </p:cNvPr>
          <p:cNvSpPr txBox="1"/>
          <p:nvPr/>
        </p:nvSpPr>
        <p:spPr>
          <a:xfrm>
            <a:off x="4800799" y="1171980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462D05-6F09-41A6-B05D-E9B3D3E3B966}"/>
              </a:ext>
            </a:extLst>
          </p:cNvPr>
          <p:cNvSpPr txBox="1"/>
          <p:nvPr/>
        </p:nvSpPr>
        <p:spPr>
          <a:xfrm>
            <a:off x="903163" y="415811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수의 덧셈과 뺄셈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F2843B-8963-4F7B-9BCE-D5DC6676A035}"/>
              </a:ext>
            </a:extLst>
          </p:cNvPr>
          <p:cNvSpPr txBox="1"/>
          <p:nvPr/>
        </p:nvSpPr>
        <p:spPr>
          <a:xfrm>
            <a:off x="4721338" y="4191223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</a:t>
            </a:r>
            <a:r>
              <a:rPr lang="ko-KR" altLang="en-US" sz="1400"/>
              <a:t>수의 덧셈과 뺄셈</a:t>
            </a:r>
            <a:endParaRPr lang="ko-KR" altLang="en-US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1BA888-C76B-4944-AB20-B30181827EF6}"/>
              </a:ext>
            </a:extLst>
          </p:cNvPr>
          <p:cNvSpPr txBox="1"/>
          <p:nvPr/>
        </p:nvSpPr>
        <p:spPr>
          <a:xfrm>
            <a:off x="1013762" y="1212881"/>
            <a:ext cx="18330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세 수의 덧셈과 뺄셈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D2761587-2A8E-4C06-8A01-A0BE0EA4DD93}"/>
              </a:ext>
            </a:extLst>
          </p:cNvPr>
          <p:cNvSpPr/>
          <p:nvPr/>
        </p:nvSpPr>
        <p:spPr>
          <a:xfrm>
            <a:off x="1068266" y="4656682"/>
            <a:ext cx="1456386" cy="142775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2B3F4278-4778-4295-83BE-6B21BC8103F4}"/>
              </a:ext>
            </a:extLst>
          </p:cNvPr>
          <p:cNvSpPr/>
          <p:nvPr/>
        </p:nvSpPr>
        <p:spPr>
          <a:xfrm>
            <a:off x="886980" y="4682270"/>
            <a:ext cx="31559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4929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5" name="텍스트 개체 틀 3">
            <a:extLst>
              <a:ext uri="{FF2B5EF4-FFF2-40B4-BE49-F238E27FC236}">
                <a16:creationId xmlns:a16="http://schemas.microsoft.com/office/drawing/2014/main" id="{AD0139F1-D246-4418-95AC-FE35C5555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0" y="856314"/>
            <a:ext cx="1455169" cy="254707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수리로 해결해요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B1671AE0-EE48-457F-83D4-5DB4D51AAD6E}"/>
              </a:ext>
            </a:extLst>
          </p:cNvPr>
          <p:cNvSpPr txBox="1">
            <a:spLocks/>
          </p:cNvSpPr>
          <p:nvPr/>
        </p:nvSpPr>
        <p:spPr>
          <a:xfrm>
            <a:off x="7756748" y="2963174"/>
            <a:ext cx="4087320" cy="247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accent5"/>
                </a:solidFill>
                <a:latin typeface="Yu Gothic UI Semibold" panose="020B0700000000000000" pitchFamily="34" charset="-128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4. </a:t>
            </a:r>
            <a:r>
              <a:rPr lang="ko-KR" altLang="en-US" sz="2400" dirty="0"/>
              <a:t>수리로 해결해요</a:t>
            </a:r>
            <a:endParaRPr lang="en-US" altLang="ko-KR" sz="2400" dirty="0"/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본 장면은 활동 구분과 상단</a:t>
            </a:r>
            <a:r>
              <a:rPr lang="en-US" altLang="ko-KR" sz="2400" dirty="0"/>
              <a:t>UI </a:t>
            </a:r>
            <a:r>
              <a:rPr lang="ko-KR" altLang="en-US" sz="2400" dirty="0"/>
              <a:t>변경을 위한 것으로 별도 개발</a:t>
            </a:r>
            <a:r>
              <a:rPr lang="en-US" altLang="ko-KR" sz="2400" dirty="0"/>
              <a:t>X)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8FE24B-5205-4739-BD80-350AE2E6B4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534" b="9513"/>
          <a:stretch/>
        </p:blipFill>
        <p:spPr>
          <a:xfrm>
            <a:off x="1147144" y="2616738"/>
            <a:ext cx="5119599" cy="262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B67500-D0F0-4633-9EED-1D1AA84466EB}"/>
              </a:ext>
            </a:extLst>
          </p:cNvPr>
          <p:cNvSpPr txBox="1"/>
          <p:nvPr/>
        </p:nvSpPr>
        <p:spPr>
          <a:xfrm>
            <a:off x="1980696" y="2645581"/>
            <a:ext cx="9396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accent4"/>
                </a:solidFill>
              </a:rPr>
              <a:t>수리로 해결해요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6139E-6721-4439-A499-C959316DB965}"/>
              </a:ext>
            </a:extLst>
          </p:cNvPr>
          <p:cNvSpPr txBox="1"/>
          <p:nvPr/>
        </p:nvSpPr>
        <p:spPr>
          <a:xfrm>
            <a:off x="2874044" y="2616980"/>
            <a:ext cx="1710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알록달록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학교 담장 색칠하기</a:t>
            </a: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23B92FE6-BAF0-4638-8035-0FFC9AE4EA64}"/>
              </a:ext>
            </a:extLst>
          </p:cNvPr>
          <p:cNvSpPr/>
          <p:nvPr/>
        </p:nvSpPr>
        <p:spPr>
          <a:xfrm rot="20957324">
            <a:off x="2220822" y="1891649"/>
            <a:ext cx="225984" cy="5952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C3ECC-E62F-4F8E-88AF-9F8EEF7C777F}"/>
              </a:ext>
            </a:extLst>
          </p:cNvPr>
          <p:cNvSpPr txBox="1"/>
          <p:nvPr/>
        </p:nvSpPr>
        <p:spPr>
          <a:xfrm>
            <a:off x="218289" y="1506503"/>
            <a:ext cx="497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수리로 해결해요로 상단 </a:t>
            </a:r>
            <a:r>
              <a:rPr lang="en-US" altLang="ko-KR" dirty="0"/>
              <a:t>UI</a:t>
            </a:r>
            <a:r>
              <a:rPr lang="ko-KR" altLang="en-US" dirty="0"/>
              <a:t>변경하여 이후 적용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7AD6FC8-B0A7-4406-AFF5-9E486C4BD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26" y="2879222"/>
            <a:ext cx="5114911" cy="353383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873D587-0828-4598-90EC-9AE73976E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754" y="2619511"/>
            <a:ext cx="1122028" cy="21376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E160084-0ACB-4DCA-B7EC-6F4B767B74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54" t="31996" r="26247" b="35552"/>
          <a:stretch/>
        </p:blipFill>
        <p:spPr>
          <a:xfrm>
            <a:off x="1187145" y="2655965"/>
            <a:ext cx="588865" cy="1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58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13" y="438416"/>
            <a:ext cx="8543925" cy="247056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822318"/>
              </p:ext>
            </p:extLst>
          </p:nvPr>
        </p:nvGraphicFramePr>
        <p:xfrm>
          <a:off x="7684498" y="3171114"/>
          <a:ext cx="4449042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문제 제시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문제 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반짝임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모션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보조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설명창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손가락이 반짝임 클릭하는 모션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등장인물 클릭하면 보조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설명창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등장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누르지 않아도 문제 해결 가능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오답을 누르는 경우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보조설명창이 자동으로 뜨기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입력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 클릭 방식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 효과음과 오답 효과음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번 오답을 입력하면 자동 정답 제시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키패드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입력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정답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오답 효과음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948091"/>
              </p:ext>
            </p:extLst>
          </p:nvPr>
        </p:nvGraphicFramePr>
        <p:xfrm>
          <a:off x="7675178" y="1251914"/>
          <a:ext cx="4449041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무작위 문제 유형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A: 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 되는 덧셈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B: 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에서 뺄셈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C: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세 수의 덧셈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D: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세수의 뺄셈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문제 유형 및 보조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설명창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입력 방식은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슬라이드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230B0107-F01B-4E3F-AFCE-CA84C5FEDB32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A8F15B71-CEF2-4CEF-A515-E221FD2D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6" y="1059336"/>
            <a:ext cx="3617884" cy="271662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4B06FDE-92F4-40EE-ABE1-A078C741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6" y="1053600"/>
            <a:ext cx="3617884" cy="271662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94FD485-2D6F-47E1-AC3F-4E4211392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4029356"/>
            <a:ext cx="3617884" cy="271662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31EEBC-D2B6-453D-A297-A6DA14D05C6E}"/>
              </a:ext>
            </a:extLst>
          </p:cNvPr>
          <p:cNvSpPr/>
          <p:nvPr/>
        </p:nvSpPr>
        <p:spPr>
          <a:xfrm>
            <a:off x="213637" y="1143164"/>
            <a:ext cx="3387254" cy="25835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말풍선: 사각형 67">
            <a:extLst>
              <a:ext uri="{FF2B5EF4-FFF2-40B4-BE49-F238E27FC236}">
                <a16:creationId xmlns:a16="http://schemas.microsoft.com/office/drawing/2014/main" id="{743C6C6A-0DA8-426B-AD65-F4DB6DBD8596}"/>
              </a:ext>
            </a:extLst>
          </p:cNvPr>
          <p:cNvSpPr/>
          <p:nvPr/>
        </p:nvSpPr>
        <p:spPr>
          <a:xfrm>
            <a:off x="399398" y="1539770"/>
            <a:ext cx="1138349" cy="829784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BD2A57-D13B-407C-A692-E615BBAD7853}"/>
              </a:ext>
            </a:extLst>
          </p:cNvPr>
          <p:cNvSpPr txBox="1"/>
          <p:nvPr/>
        </p:nvSpPr>
        <p:spPr>
          <a:xfrm>
            <a:off x="584758" y="1178247"/>
            <a:ext cx="282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10</a:t>
            </a:r>
            <a:r>
              <a:rPr lang="ko-KR" altLang="en-US" sz="1400" b="1" dirty="0"/>
              <a:t>이 되는 덧셈식을 찾아 보세요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4D5D2E-5A2A-44C7-8DAD-3471AEFBD328}"/>
              </a:ext>
            </a:extLst>
          </p:cNvPr>
          <p:cNvSpPr txBox="1"/>
          <p:nvPr/>
        </p:nvSpPr>
        <p:spPr>
          <a:xfrm>
            <a:off x="2108242" y="1768748"/>
            <a:ext cx="127340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6 + 3 = 10</a:t>
            </a:r>
            <a:endParaRPr lang="ko-KR" altLang="en-US" sz="16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AFADCAF-4BD5-4476-B215-D0032EBEE7A3}"/>
              </a:ext>
            </a:extLst>
          </p:cNvPr>
          <p:cNvSpPr/>
          <p:nvPr/>
        </p:nvSpPr>
        <p:spPr>
          <a:xfrm>
            <a:off x="4033568" y="1143164"/>
            <a:ext cx="3387254" cy="25835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4F97550-75FB-40AE-8A7F-88981C5D2FB5}"/>
              </a:ext>
            </a:extLst>
          </p:cNvPr>
          <p:cNvSpPr/>
          <p:nvPr/>
        </p:nvSpPr>
        <p:spPr>
          <a:xfrm>
            <a:off x="213637" y="4073931"/>
            <a:ext cx="3387254" cy="25835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말풍선: 사각형 67">
            <a:extLst>
              <a:ext uri="{FF2B5EF4-FFF2-40B4-BE49-F238E27FC236}">
                <a16:creationId xmlns:a16="http://schemas.microsoft.com/office/drawing/2014/main" id="{4E0DCDD3-6C71-4215-A447-EC88FC064F49}"/>
              </a:ext>
            </a:extLst>
          </p:cNvPr>
          <p:cNvSpPr/>
          <p:nvPr/>
        </p:nvSpPr>
        <p:spPr>
          <a:xfrm>
            <a:off x="341764" y="4383595"/>
            <a:ext cx="1138349" cy="951971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6 + 4 = (  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얼마일까요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E1F947-250E-442A-8FC5-AB432F860A69}"/>
              </a:ext>
            </a:extLst>
          </p:cNvPr>
          <p:cNvSpPr txBox="1"/>
          <p:nvPr/>
        </p:nvSpPr>
        <p:spPr>
          <a:xfrm>
            <a:off x="2335717" y="481390"/>
            <a:ext cx="16546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무작위 문제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83B6A2-77B9-4B4A-925D-49878798A0EC}"/>
              </a:ext>
            </a:extLst>
          </p:cNvPr>
          <p:cNvSpPr txBox="1"/>
          <p:nvPr/>
        </p:nvSpPr>
        <p:spPr>
          <a:xfrm>
            <a:off x="6082214" y="808408"/>
            <a:ext cx="16546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무작위 문제 </a:t>
            </a:r>
            <a:r>
              <a:rPr lang="en-US" altLang="ko-KR" dirty="0"/>
              <a:t>B</a:t>
            </a:r>
            <a:endParaRPr lang="ko-KR" altLang="en-US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424CCC6C-3F89-4BB6-A71B-9821A4F13B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5" t="7248" r="17419" b="6958"/>
          <a:stretch/>
        </p:blipFill>
        <p:spPr>
          <a:xfrm flipH="1">
            <a:off x="349661" y="2550794"/>
            <a:ext cx="1228152" cy="1039363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6C812180-97D7-48D6-B822-7F4C67096C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5" t="7248" r="17419" b="6958"/>
          <a:stretch/>
        </p:blipFill>
        <p:spPr>
          <a:xfrm flipH="1">
            <a:off x="4163269" y="2687377"/>
            <a:ext cx="1228152" cy="103936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67802998-EE4F-4C8C-860B-D498BECB50A3}"/>
              </a:ext>
            </a:extLst>
          </p:cNvPr>
          <p:cNvSpPr txBox="1"/>
          <p:nvPr/>
        </p:nvSpPr>
        <p:spPr>
          <a:xfrm>
            <a:off x="2123695" y="2329458"/>
            <a:ext cx="125795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6 + 4 = 10</a:t>
            </a:r>
            <a:endParaRPr lang="ko-KR" altLang="en-US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E828E0-43F8-445B-AEE7-7E8FE6250739}"/>
              </a:ext>
            </a:extLst>
          </p:cNvPr>
          <p:cNvSpPr txBox="1"/>
          <p:nvPr/>
        </p:nvSpPr>
        <p:spPr>
          <a:xfrm>
            <a:off x="2123695" y="2924134"/>
            <a:ext cx="125795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6 + 5 = 10</a:t>
            </a:r>
            <a:endParaRPr lang="ko-KR" altLang="en-US" sz="1600" dirty="0"/>
          </a:p>
        </p:txBody>
      </p:sp>
      <p:sp>
        <p:nvSpPr>
          <p:cNvPr id="86" name="말풍선: 사각형 67">
            <a:extLst>
              <a:ext uri="{FF2B5EF4-FFF2-40B4-BE49-F238E27FC236}">
                <a16:creationId xmlns:a16="http://schemas.microsoft.com/office/drawing/2014/main" id="{61030FFC-E8F5-4D62-A878-FF385FAED0D3}"/>
              </a:ext>
            </a:extLst>
          </p:cNvPr>
          <p:cNvSpPr/>
          <p:nvPr/>
        </p:nvSpPr>
        <p:spPr>
          <a:xfrm>
            <a:off x="4208170" y="1439862"/>
            <a:ext cx="1138349" cy="951971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dirty="0">
              <a:solidFill>
                <a:schemeClr val="tx1"/>
              </a:solidFill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4CF9A359-913D-479B-9258-DB92AE8D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365" y="1472411"/>
            <a:ext cx="293582" cy="270999"/>
          </a:xfrm>
          <a:prstGeom prst="rect">
            <a:avLst/>
          </a:prstGeom>
        </p:spPr>
      </p:pic>
      <p:sp>
        <p:nvSpPr>
          <p:cNvPr id="98" name="타원 97">
            <a:extLst>
              <a:ext uri="{FF2B5EF4-FFF2-40B4-BE49-F238E27FC236}">
                <a16:creationId xmlns:a16="http://schemas.microsoft.com/office/drawing/2014/main" id="{9549CF2C-BB07-484C-94B3-BAB8F2BA0D71}"/>
              </a:ext>
            </a:extLst>
          </p:cNvPr>
          <p:cNvSpPr/>
          <p:nvPr/>
        </p:nvSpPr>
        <p:spPr>
          <a:xfrm>
            <a:off x="4349256" y="1876199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D5ADF6DE-C6CC-4CED-8217-95F33BD2122D}"/>
              </a:ext>
            </a:extLst>
          </p:cNvPr>
          <p:cNvSpPr/>
          <p:nvPr/>
        </p:nvSpPr>
        <p:spPr>
          <a:xfrm>
            <a:off x="4547450" y="1876199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08D248F7-1056-4BC6-8D7A-3E40970E599E}"/>
              </a:ext>
            </a:extLst>
          </p:cNvPr>
          <p:cNvSpPr/>
          <p:nvPr/>
        </p:nvSpPr>
        <p:spPr>
          <a:xfrm>
            <a:off x="4745644" y="1874913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2F2DE8D3-1B76-4540-81A4-E7339EB0D87E}"/>
              </a:ext>
            </a:extLst>
          </p:cNvPr>
          <p:cNvSpPr/>
          <p:nvPr/>
        </p:nvSpPr>
        <p:spPr>
          <a:xfrm>
            <a:off x="4943838" y="1874913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EDEC712-6AD7-4D06-A8E2-DCD8F8ED6488}"/>
              </a:ext>
            </a:extLst>
          </p:cNvPr>
          <p:cNvSpPr/>
          <p:nvPr/>
        </p:nvSpPr>
        <p:spPr>
          <a:xfrm>
            <a:off x="5142032" y="1873709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F6F76C7-B5DA-4E1A-94D4-0C7F4FAFD865}"/>
              </a:ext>
            </a:extLst>
          </p:cNvPr>
          <p:cNvSpPr/>
          <p:nvPr/>
        </p:nvSpPr>
        <p:spPr>
          <a:xfrm>
            <a:off x="4349256" y="2076507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13912EA4-D457-4ACB-B87A-47BA77491E34}"/>
              </a:ext>
            </a:extLst>
          </p:cNvPr>
          <p:cNvSpPr/>
          <p:nvPr/>
        </p:nvSpPr>
        <p:spPr>
          <a:xfrm>
            <a:off x="4547450" y="2076507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889FBDF7-0C01-423D-949F-84432819B4CF}"/>
              </a:ext>
            </a:extLst>
          </p:cNvPr>
          <p:cNvSpPr/>
          <p:nvPr/>
        </p:nvSpPr>
        <p:spPr>
          <a:xfrm>
            <a:off x="4745644" y="2075221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B72B2C78-E70E-4A68-BDA5-24BF420D4404}"/>
              </a:ext>
            </a:extLst>
          </p:cNvPr>
          <p:cNvSpPr/>
          <p:nvPr/>
        </p:nvSpPr>
        <p:spPr>
          <a:xfrm>
            <a:off x="4943838" y="2075221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A31FAB71-205B-471E-B22C-511CC3BF03E5}"/>
              </a:ext>
            </a:extLst>
          </p:cNvPr>
          <p:cNvSpPr/>
          <p:nvPr/>
        </p:nvSpPr>
        <p:spPr>
          <a:xfrm>
            <a:off x="5142032" y="2074017"/>
            <a:ext cx="63025" cy="63025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3" name="그림 112">
            <a:extLst>
              <a:ext uri="{FF2B5EF4-FFF2-40B4-BE49-F238E27FC236}">
                <a16:creationId xmlns:a16="http://schemas.microsoft.com/office/drawing/2014/main" id="{15F960F9-D0ED-4FE6-941F-854D67405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80" y="1616142"/>
            <a:ext cx="283058" cy="271264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EBECA60-CF24-437C-B4CC-FC092E95D814}"/>
              </a:ext>
            </a:extLst>
          </p:cNvPr>
          <p:cNvSpPr/>
          <p:nvPr/>
        </p:nvSpPr>
        <p:spPr>
          <a:xfrm>
            <a:off x="557584" y="2149734"/>
            <a:ext cx="115605" cy="114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4B67678-4D87-4E9D-A76B-B087A4EC3621}"/>
              </a:ext>
            </a:extLst>
          </p:cNvPr>
          <p:cNvSpPr/>
          <p:nvPr/>
        </p:nvSpPr>
        <p:spPr>
          <a:xfrm>
            <a:off x="557552" y="1969915"/>
            <a:ext cx="115605" cy="114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705EDC2-43AB-4C8C-BA9D-B5265F67AE69}"/>
              </a:ext>
            </a:extLst>
          </p:cNvPr>
          <p:cNvSpPr/>
          <p:nvPr/>
        </p:nvSpPr>
        <p:spPr>
          <a:xfrm>
            <a:off x="735297" y="2149734"/>
            <a:ext cx="115605" cy="114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D98E0B30-26FD-42BC-8BB7-B8BC3D7284B9}"/>
              </a:ext>
            </a:extLst>
          </p:cNvPr>
          <p:cNvSpPr/>
          <p:nvPr/>
        </p:nvSpPr>
        <p:spPr>
          <a:xfrm>
            <a:off x="735297" y="1969915"/>
            <a:ext cx="115605" cy="114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7D84E9E-4833-462E-AF6C-3E1CD9AFFF4E}"/>
              </a:ext>
            </a:extLst>
          </p:cNvPr>
          <p:cNvSpPr/>
          <p:nvPr/>
        </p:nvSpPr>
        <p:spPr>
          <a:xfrm>
            <a:off x="933523" y="2149734"/>
            <a:ext cx="115605" cy="114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53F8092F-E010-47A8-8918-175BECB47A55}"/>
              </a:ext>
            </a:extLst>
          </p:cNvPr>
          <p:cNvSpPr/>
          <p:nvPr/>
        </p:nvSpPr>
        <p:spPr>
          <a:xfrm>
            <a:off x="933491" y="1969915"/>
            <a:ext cx="115605" cy="114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C0C422-F652-4BD7-B589-6205032F93D3}"/>
              </a:ext>
            </a:extLst>
          </p:cNvPr>
          <p:cNvSpPr/>
          <p:nvPr/>
        </p:nvSpPr>
        <p:spPr>
          <a:xfrm>
            <a:off x="1107737" y="1920677"/>
            <a:ext cx="389645" cy="38356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" name="그림 121">
            <a:extLst>
              <a:ext uri="{FF2B5EF4-FFF2-40B4-BE49-F238E27FC236}">
                <a16:creationId xmlns:a16="http://schemas.microsoft.com/office/drawing/2014/main" id="{96FC98A8-4D53-46B0-9C0F-105F622D2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583" y="2037400"/>
            <a:ext cx="265787" cy="243638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35A4428E-117F-47BB-8AED-C240FA32E3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5" t="7248" r="17419" b="6958"/>
          <a:stretch/>
        </p:blipFill>
        <p:spPr>
          <a:xfrm flipH="1">
            <a:off x="283586" y="5572345"/>
            <a:ext cx="1228152" cy="1039363"/>
          </a:xfrm>
          <a:prstGeom prst="rect">
            <a:avLst/>
          </a:prstGeom>
        </p:spPr>
      </p:pic>
      <p:sp>
        <p:nvSpPr>
          <p:cNvPr id="88" name="타원 87">
            <a:extLst>
              <a:ext uri="{FF2B5EF4-FFF2-40B4-BE49-F238E27FC236}">
                <a16:creationId xmlns:a16="http://schemas.microsoft.com/office/drawing/2014/main" id="{13765BE6-9823-4C7F-A98A-87CDD08ACC46}"/>
              </a:ext>
            </a:extLst>
          </p:cNvPr>
          <p:cNvSpPr/>
          <p:nvPr/>
        </p:nvSpPr>
        <p:spPr>
          <a:xfrm>
            <a:off x="322329" y="1162081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E5C5005C-97A4-4860-A5CC-79488981969E}"/>
              </a:ext>
            </a:extLst>
          </p:cNvPr>
          <p:cNvSpPr/>
          <p:nvPr/>
        </p:nvSpPr>
        <p:spPr>
          <a:xfrm>
            <a:off x="3201744" y="2071799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DE89FDE-DB4B-40BE-8165-76255143EDE4}"/>
              </a:ext>
            </a:extLst>
          </p:cNvPr>
          <p:cNvSpPr txBox="1"/>
          <p:nvPr/>
        </p:nvSpPr>
        <p:spPr>
          <a:xfrm>
            <a:off x="5506739" y="2391833"/>
            <a:ext cx="18427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10 - 4=(   )</a:t>
            </a:r>
            <a:endParaRPr lang="ko-KR" altLang="en-US" dirty="0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50D92DFB-25FC-4A07-A71C-2A981D9AB2A9}"/>
              </a:ext>
            </a:extLst>
          </p:cNvPr>
          <p:cNvSpPr/>
          <p:nvPr/>
        </p:nvSpPr>
        <p:spPr>
          <a:xfrm>
            <a:off x="1597988" y="3037385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28F125E8-7AE7-4466-99BE-A5EC2FED8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321" y="3385799"/>
            <a:ext cx="265787" cy="243638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F167C1FB-8A47-403D-B79F-82659E775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8476" y="3448066"/>
            <a:ext cx="265787" cy="243638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93FF191B-8E08-4AC2-86FA-25DF2385C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320" y="6371243"/>
            <a:ext cx="265787" cy="243638"/>
          </a:xfrm>
          <a:prstGeom prst="rect">
            <a:avLst/>
          </a:prstGeom>
        </p:spPr>
      </p:pic>
      <p:sp>
        <p:nvSpPr>
          <p:cNvPr id="127" name="타원 126">
            <a:extLst>
              <a:ext uri="{FF2B5EF4-FFF2-40B4-BE49-F238E27FC236}">
                <a16:creationId xmlns:a16="http://schemas.microsoft.com/office/drawing/2014/main" id="{CF5011F0-5519-45BA-8025-212D67051A5C}"/>
              </a:ext>
            </a:extLst>
          </p:cNvPr>
          <p:cNvSpPr/>
          <p:nvPr/>
        </p:nvSpPr>
        <p:spPr>
          <a:xfrm>
            <a:off x="5391015" y="1593360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33EAA30-E840-455C-8BE6-A62F5FCCC9B3}"/>
              </a:ext>
            </a:extLst>
          </p:cNvPr>
          <p:cNvSpPr txBox="1"/>
          <p:nvPr/>
        </p:nvSpPr>
        <p:spPr>
          <a:xfrm>
            <a:off x="1702530" y="5313735"/>
            <a:ext cx="18427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6 + 4 + 3=(   )</a:t>
            </a:r>
            <a:endParaRPr lang="ko-KR" alt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B35939C-F08B-4EBD-A82C-5C5344AC9E2A}"/>
              </a:ext>
            </a:extLst>
          </p:cNvPr>
          <p:cNvSpPr txBox="1"/>
          <p:nvPr/>
        </p:nvSpPr>
        <p:spPr>
          <a:xfrm>
            <a:off x="5700359" y="1628396"/>
            <a:ext cx="179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10</a:t>
            </a:r>
            <a:r>
              <a:rPr lang="ko-KR" altLang="en-US" sz="1400" b="1" dirty="0"/>
              <a:t>에서 빼어 보세요</a:t>
            </a:r>
            <a:r>
              <a:rPr lang="en-US" altLang="ko-KR" sz="1400" b="1" dirty="0"/>
              <a:t>.</a:t>
            </a:r>
            <a:r>
              <a:rPr lang="ko-KR" altLang="en-US" sz="1400" b="1" dirty="0"/>
              <a:t>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08FD231-0F31-44B4-855C-343E8901F359}"/>
              </a:ext>
            </a:extLst>
          </p:cNvPr>
          <p:cNvSpPr txBox="1"/>
          <p:nvPr/>
        </p:nvSpPr>
        <p:spPr>
          <a:xfrm>
            <a:off x="1422456" y="4535155"/>
            <a:ext cx="2236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세 수의 덧셈을 해 보세요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119FF95E-FAF1-4B89-94F2-7F07E6CB1C3B}"/>
              </a:ext>
            </a:extLst>
          </p:cNvPr>
          <p:cNvSpPr/>
          <p:nvPr/>
        </p:nvSpPr>
        <p:spPr>
          <a:xfrm>
            <a:off x="5641023" y="328864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2266D67-CB52-4FF8-95D9-114D87EC78BA}"/>
              </a:ext>
            </a:extLst>
          </p:cNvPr>
          <p:cNvSpPr/>
          <p:nvPr/>
        </p:nvSpPr>
        <p:spPr>
          <a:xfrm>
            <a:off x="2642895" y="4213289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D296EF-AA9E-4220-8BAA-D70DA8672F94}"/>
              </a:ext>
            </a:extLst>
          </p:cNvPr>
          <p:cNvSpPr txBox="1"/>
          <p:nvPr/>
        </p:nvSpPr>
        <p:spPr>
          <a:xfrm>
            <a:off x="1475015" y="868719"/>
            <a:ext cx="115118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덧셈과 뺄셈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62FFB8-63A7-472A-A4DA-8C4D3FC97F07}"/>
              </a:ext>
            </a:extLst>
          </p:cNvPr>
          <p:cNvSpPr txBox="1"/>
          <p:nvPr/>
        </p:nvSpPr>
        <p:spPr>
          <a:xfrm>
            <a:off x="2338923" y="3788440"/>
            <a:ext cx="16482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무작위 문제 </a:t>
            </a:r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4B4694-E9DB-481E-85E6-94FEB6DDE3CD}"/>
              </a:ext>
            </a:extLst>
          </p:cNvPr>
          <p:cNvSpPr txBox="1"/>
          <p:nvPr/>
        </p:nvSpPr>
        <p:spPr>
          <a:xfrm>
            <a:off x="5109830" y="1021609"/>
            <a:ext cx="115118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덧셈과 뺄셈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8D9356-9590-4375-86A2-A26FEF5EF82B}"/>
              </a:ext>
            </a:extLst>
          </p:cNvPr>
          <p:cNvSpPr txBox="1"/>
          <p:nvPr/>
        </p:nvSpPr>
        <p:spPr>
          <a:xfrm>
            <a:off x="1366256" y="3973237"/>
            <a:ext cx="115118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덧셈과 뺄셈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C87573FB-6A77-418F-9A18-4AD2B245FC54}"/>
              </a:ext>
            </a:extLst>
          </p:cNvPr>
          <p:cNvSpPr/>
          <p:nvPr/>
        </p:nvSpPr>
        <p:spPr>
          <a:xfrm>
            <a:off x="1628612" y="6107933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7B5D54A1-F18A-4DDE-9579-2DEB192CC3B0}"/>
              </a:ext>
            </a:extLst>
          </p:cNvPr>
          <p:cNvSpPr/>
          <p:nvPr/>
        </p:nvSpPr>
        <p:spPr>
          <a:xfrm>
            <a:off x="7081000" y="2232060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AFCAD296-D69E-4460-8F8B-3A0EA00CE2C3}"/>
              </a:ext>
            </a:extLst>
          </p:cNvPr>
          <p:cNvSpPr/>
          <p:nvPr/>
        </p:nvSpPr>
        <p:spPr>
          <a:xfrm>
            <a:off x="3226436" y="5051700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 dirty="0"/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4CF3E289-D3F4-4C01-8673-13919016DE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9602" y="2867307"/>
            <a:ext cx="764999" cy="935444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B3A59C27-BA73-42D5-91B0-3CEB6715D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4721" y="5767181"/>
            <a:ext cx="764999" cy="935444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E4DF5A93-9C20-42AA-9C28-402C2EFD3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109" y="4074474"/>
            <a:ext cx="3617884" cy="2716628"/>
          </a:xfrm>
          <a:prstGeom prst="rect">
            <a:avLst/>
          </a:prstGeom>
        </p:spPr>
      </p:pic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0BF694-E97B-4DE9-A1AD-CF253FB21CC8}"/>
              </a:ext>
            </a:extLst>
          </p:cNvPr>
          <p:cNvSpPr/>
          <p:nvPr/>
        </p:nvSpPr>
        <p:spPr>
          <a:xfrm>
            <a:off x="4099424" y="4119049"/>
            <a:ext cx="3387254" cy="25835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" name="말풍선: 사각형 67">
            <a:extLst>
              <a:ext uri="{FF2B5EF4-FFF2-40B4-BE49-F238E27FC236}">
                <a16:creationId xmlns:a16="http://schemas.microsoft.com/office/drawing/2014/main" id="{D68F99E5-9096-42FF-ACAF-974411E0F782}"/>
              </a:ext>
            </a:extLst>
          </p:cNvPr>
          <p:cNvSpPr/>
          <p:nvPr/>
        </p:nvSpPr>
        <p:spPr>
          <a:xfrm>
            <a:off x="4227551" y="4428713"/>
            <a:ext cx="1138349" cy="951971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13 - 3 = (  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얼마일까요</a:t>
            </a:r>
            <a:r>
              <a:rPr lang="en-US" altLang="ko-KR" sz="14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B572633-F35F-4212-9FA6-88F1313AF824}"/>
              </a:ext>
            </a:extLst>
          </p:cNvPr>
          <p:cNvSpPr txBox="1"/>
          <p:nvPr/>
        </p:nvSpPr>
        <p:spPr>
          <a:xfrm>
            <a:off x="5956192" y="3656741"/>
            <a:ext cx="166744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무작위 문제 </a:t>
            </a:r>
            <a:r>
              <a:rPr lang="en-US" altLang="ko-KR" dirty="0"/>
              <a:t>D</a:t>
            </a:r>
            <a:endParaRPr lang="ko-KR" altLang="en-US" dirty="0"/>
          </a:p>
        </p:txBody>
      </p:sp>
      <p:pic>
        <p:nvPicPr>
          <p:cNvPr id="137" name="그림 136">
            <a:extLst>
              <a:ext uri="{FF2B5EF4-FFF2-40B4-BE49-F238E27FC236}">
                <a16:creationId xmlns:a16="http://schemas.microsoft.com/office/drawing/2014/main" id="{E7B2C904-F94A-4E40-9C4D-081B6F9D12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35" t="7248" r="17419" b="6958"/>
          <a:stretch/>
        </p:blipFill>
        <p:spPr>
          <a:xfrm flipH="1">
            <a:off x="4169373" y="5617463"/>
            <a:ext cx="1228152" cy="1039363"/>
          </a:xfrm>
          <a:prstGeom prst="rect">
            <a:avLst/>
          </a:prstGeom>
        </p:spPr>
      </p:pic>
      <p:pic>
        <p:nvPicPr>
          <p:cNvPr id="138" name="그림 137">
            <a:extLst>
              <a:ext uri="{FF2B5EF4-FFF2-40B4-BE49-F238E27FC236}">
                <a16:creationId xmlns:a16="http://schemas.microsoft.com/office/drawing/2014/main" id="{D3108A9C-4829-4B31-A176-B9BA391BF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107" y="6416361"/>
            <a:ext cx="265787" cy="243638"/>
          </a:xfrm>
          <a:prstGeom prst="rect">
            <a:avLst/>
          </a:prstGeom>
        </p:spPr>
      </p:pic>
      <p:sp>
        <p:nvSpPr>
          <p:cNvPr id="139" name="타원 138">
            <a:extLst>
              <a:ext uri="{FF2B5EF4-FFF2-40B4-BE49-F238E27FC236}">
                <a16:creationId xmlns:a16="http://schemas.microsoft.com/office/drawing/2014/main" id="{508FEC06-837E-4453-93F3-18515FD721AB}"/>
              </a:ext>
            </a:extLst>
          </p:cNvPr>
          <p:cNvSpPr/>
          <p:nvPr/>
        </p:nvSpPr>
        <p:spPr>
          <a:xfrm>
            <a:off x="5592872" y="631835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D13EEC47-3515-4707-8947-B424F11F0D99}"/>
              </a:ext>
            </a:extLst>
          </p:cNvPr>
          <p:cNvSpPr/>
          <p:nvPr/>
        </p:nvSpPr>
        <p:spPr>
          <a:xfrm>
            <a:off x="6874952" y="5074388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86920E2-14B9-442B-A18E-1DEC831679AD}"/>
              </a:ext>
            </a:extLst>
          </p:cNvPr>
          <p:cNvSpPr txBox="1"/>
          <p:nvPr/>
        </p:nvSpPr>
        <p:spPr>
          <a:xfrm>
            <a:off x="5588317" y="5358853"/>
            <a:ext cx="184272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13 - 3 - 6=(   )</a:t>
            </a:r>
            <a:endParaRPr lang="ko-KR" alt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004DB0D-2B32-41E8-9B4F-ACA27F111CEE}"/>
              </a:ext>
            </a:extLst>
          </p:cNvPr>
          <p:cNvSpPr txBox="1"/>
          <p:nvPr/>
        </p:nvSpPr>
        <p:spPr>
          <a:xfrm>
            <a:off x="5297107" y="3930080"/>
            <a:ext cx="115118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덧셈과 뺄셈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1F61E5A-CB9D-45F2-8BB3-FF33D77EA986}"/>
              </a:ext>
            </a:extLst>
          </p:cNvPr>
          <p:cNvSpPr txBox="1"/>
          <p:nvPr/>
        </p:nvSpPr>
        <p:spPr>
          <a:xfrm>
            <a:off x="5412156" y="4456865"/>
            <a:ext cx="2236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세 수의 뺄셈을 해 보세요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F0C42A7A-3623-44F7-A0ED-DA264A1CDB10}"/>
              </a:ext>
            </a:extLst>
          </p:cNvPr>
          <p:cNvSpPr/>
          <p:nvPr/>
        </p:nvSpPr>
        <p:spPr>
          <a:xfrm>
            <a:off x="6841080" y="416759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9983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63E1-493A-64EB-7352-914D72C6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583D3-9725-61F3-F5FC-33956D6D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675085-CC91-65F1-D1C0-08417A9D39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활동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37C282-B926-596F-2F71-394C9C3F7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5"/>
            <a:ext cx="1282254" cy="24272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수리로 해결해요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CB750A-CD34-DE68-F612-8D8A17343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540011"/>
              </p:ext>
            </p:extLst>
          </p:nvPr>
        </p:nvGraphicFramePr>
        <p:xfrm>
          <a:off x="353753" y="1187376"/>
          <a:ext cx="6858000" cy="50790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502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1166178">
                  <a:extLst>
                    <a:ext uri="{9D8B030D-6E8A-4147-A177-3AD203B41FA5}">
                      <a16:colId xmlns:a16="http://schemas.microsoft.com/office/drawing/2014/main" val="174606487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2814320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2185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7128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무작위 문제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‘10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이 되는 덧셈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찾기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문제의 정답 보기는 </a:t>
                      </a:r>
                      <a:r>
                        <a:rPr lang="en-US" altLang="ko-KR" sz="1050" dirty="0"/>
                        <a:t>3</a:t>
                      </a:r>
                      <a:r>
                        <a:rPr lang="ko-KR" altLang="en-US" sz="1050" dirty="0"/>
                        <a:t>개씩 제시</a:t>
                      </a:r>
                      <a:endParaRPr lang="en-US" altLang="ko-KR" sz="1050" dirty="0"/>
                    </a:p>
                    <a:p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1. </a:t>
                      </a:r>
                      <a:r>
                        <a:rPr lang="ko-KR" altLang="en-US" sz="1050" dirty="0"/>
                        <a:t>정답</a:t>
                      </a:r>
                      <a:r>
                        <a:rPr lang="en-US" altLang="ko-KR" sz="1050" dirty="0"/>
                        <a:t>) A + B = 10</a:t>
                      </a:r>
                    </a:p>
                    <a:p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2. </a:t>
                      </a:r>
                      <a:r>
                        <a:rPr lang="ko-KR" altLang="en-US" sz="1050" dirty="0"/>
                        <a:t>오답</a:t>
                      </a:r>
                      <a:r>
                        <a:rPr lang="en-US" altLang="ko-KR" sz="1050" dirty="0"/>
                        <a:t>) A + </a:t>
                      </a:r>
                      <a:r>
                        <a:rPr lang="ko-KR" altLang="en-US" sz="1050" dirty="0"/>
                        <a:t>무작위</a:t>
                      </a:r>
                      <a:r>
                        <a:rPr lang="en-US" altLang="ko-KR" sz="1050" dirty="0"/>
                        <a:t> (B </a:t>
                      </a:r>
                      <a:r>
                        <a:rPr lang="ko-KR" altLang="en-US" sz="1050" dirty="0"/>
                        <a:t>제외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*</a:t>
                      </a:r>
                      <a:r>
                        <a:rPr lang="ko-KR" altLang="en-US" sz="1050" dirty="0"/>
                        <a:t>생성 규칙</a:t>
                      </a:r>
                      <a:r>
                        <a:rPr lang="en-US" altLang="ko-KR" sz="1050" dirty="0"/>
                        <a:t>: A + B = 10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( A: 1~9 </a:t>
                      </a:r>
                      <a:r>
                        <a:rPr lang="ko-KR" altLang="en-US" sz="1050" dirty="0"/>
                        <a:t>무작위 수 </a:t>
                      </a:r>
                      <a:r>
                        <a:rPr lang="en-US" altLang="ko-KR" sz="1050" dirty="0"/>
                        <a:t>/ B= 10 – A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문제 예시</a:t>
                      </a: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예</a:t>
                      </a:r>
                      <a:r>
                        <a:rPr lang="en-US" altLang="ko-KR" sz="1050" dirty="0"/>
                        <a:t>) 6+3=10, </a:t>
                      </a:r>
                      <a:r>
                        <a:rPr lang="en-US" altLang="ko-KR" sz="1050" b="1" dirty="0"/>
                        <a:t>6+4=10</a:t>
                      </a:r>
                      <a:r>
                        <a:rPr lang="en-US" altLang="ko-KR" sz="1050" dirty="0"/>
                        <a:t>, 6+5=10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7128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무작위 문제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‘10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에서 빼기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/>
                        <a:t>10-A=(   )</a:t>
                      </a:r>
                    </a:p>
                    <a:p>
                      <a:r>
                        <a:rPr lang="en-US" altLang="ko-KR" sz="1050" dirty="0"/>
                        <a:t>A</a:t>
                      </a:r>
                      <a:r>
                        <a:rPr lang="ko-KR" altLang="en-US" sz="1050" dirty="0"/>
                        <a:t>는 </a:t>
                      </a:r>
                      <a:r>
                        <a:rPr lang="en-US" altLang="ko-KR" sz="1050" dirty="0"/>
                        <a:t>1~9</a:t>
                      </a:r>
                      <a:r>
                        <a:rPr lang="ko-KR" altLang="en-US" sz="1050" dirty="0"/>
                        <a:t>까지의 무작위 수 제시</a:t>
                      </a:r>
                      <a:endParaRPr lang="en-US" altLang="ko-KR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1092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무작위 문제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세 수의 덧셈하기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세 수의 덧셈</a:t>
                      </a:r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A + B + C = D</a:t>
                      </a:r>
                    </a:p>
                    <a:p>
                      <a:r>
                        <a:rPr lang="en-US" altLang="ko-KR" sz="1050" dirty="0"/>
                        <a:t>‘A + B = 10’</a:t>
                      </a:r>
                      <a:r>
                        <a:rPr lang="ko-KR" altLang="en-US" sz="1050" dirty="0"/>
                        <a:t>이 되는 세 수의 덧셈 문제 출제</a:t>
                      </a:r>
                      <a:endParaRPr lang="en-US" altLang="ko-KR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생성 규칙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 + B + C = D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는 무작위 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(1~9)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B = 10 - A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1~9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무작위 수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문제 예시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6 + 4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+ 3 = ( 13 )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8 + 2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+ 2 = ( 12 )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111803"/>
                  </a:ext>
                </a:extLst>
              </a:tr>
              <a:tr h="9894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무작위 문제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세 수의 뺄셈하기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세 수의 뺄셈</a:t>
                      </a:r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A – B – C = D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‘A - B = 10’</a:t>
                      </a:r>
                      <a:r>
                        <a:rPr lang="ko-KR" altLang="en-US" sz="1050" dirty="0"/>
                        <a:t>이 되는 세 수의 뺄셈 문제 출제</a:t>
                      </a:r>
                      <a:endParaRPr lang="en-US" altLang="ko-KR" sz="1050" dirty="0"/>
                    </a:p>
                    <a:p>
                      <a:endParaRPr lang="en-US" altLang="ko-KR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생성 규칙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 – B – C = D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무작위 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(1~9)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A = B + 10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는 무작위 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(1~8)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문제 예시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13 - 3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- 6 = ( 4 )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11 - 1 -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 8 = ( 2 )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22089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01753A-C718-21A3-0EDD-419CC4A47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593976"/>
              </p:ext>
            </p:extLst>
          </p:nvPr>
        </p:nvGraphicFramePr>
        <p:xfrm>
          <a:off x="7675178" y="1251914"/>
          <a:ext cx="4449041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21725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720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문제 유형 설명</a:t>
                      </a: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문제 생성 규칙을 제시하였으나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더 다양하고 괜찮은 규칙이 있다면 다른 형태로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개발해주셔도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좋습니다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무작위 문제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  <a:p>
                      <a:r>
                        <a:rPr lang="en-US" altLang="ko-KR" sz="1050" dirty="0"/>
                        <a:t>A + B + C = D</a:t>
                      </a:r>
                    </a:p>
                    <a:p>
                      <a:r>
                        <a:rPr lang="en-US" altLang="ko-KR" sz="1050" dirty="0"/>
                        <a:t>‘A + B = 10’</a:t>
                      </a:r>
                      <a:r>
                        <a:rPr lang="ko-KR" altLang="en-US" sz="1050" dirty="0"/>
                        <a:t>이 되는 경우 외에 </a:t>
                      </a:r>
                      <a:r>
                        <a:rPr lang="en-US" altLang="ko-KR" sz="1050" dirty="0"/>
                        <a:t>‘B + C = 10’</a:t>
                      </a:r>
                      <a:r>
                        <a:rPr lang="ko-KR" altLang="en-US" sz="1050" dirty="0"/>
                        <a:t>이나 </a:t>
                      </a:r>
                      <a:r>
                        <a:rPr lang="en-US" altLang="ko-KR" sz="1050" dirty="0"/>
                        <a:t>‘A + C = 10’</a:t>
                      </a:r>
                      <a:r>
                        <a:rPr lang="ko-KR" altLang="en-US" sz="1050" dirty="0"/>
                        <a:t>이 되는 무작위 문제가 출제 가능하면 해주시면 감사합니다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endParaRPr lang="en-US" altLang="ko-KR" sz="1050" dirty="0"/>
                    </a:p>
                    <a:p>
                      <a:endParaRPr lang="en-US" altLang="ko-KR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233CC6-5BCD-4A67-B4EA-16072BDE82C6}"/>
              </a:ext>
            </a:extLst>
          </p:cNvPr>
          <p:cNvSpPr txBox="1"/>
          <p:nvPr/>
        </p:nvSpPr>
        <p:spPr>
          <a:xfrm>
            <a:off x="6096000" y="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여기</a:t>
            </a:r>
          </a:p>
        </p:txBody>
      </p:sp>
    </p:spTree>
    <p:extLst>
      <p:ext uri="{BB962C8B-B14F-4D97-AF65-F5344CB8AC3E}">
        <p14:creationId xmlns:p14="http://schemas.microsoft.com/office/powerpoint/2010/main" val="1734538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202"/>
            <a:ext cx="8543925" cy="365125"/>
          </a:xfrm>
        </p:spPr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수리가 필요해요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230B0107-F01B-4E3F-AFCE-CA84C5FEDB32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98F8A90-5D60-4735-9B57-FA8F583EF145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43580FFA-35D4-4A88-B043-3F2871447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92" y="3135794"/>
            <a:ext cx="8378432" cy="256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12E2508F-F472-4631-910D-CD24DF91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70" y="1111021"/>
            <a:ext cx="3617884" cy="2716628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24A296EC-19A4-4C34-8189-5EF5D9FE9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65041" y="2784075"/>
            <a:ext cx="537764" cy="989239"/>
          </a:xfrm>
          <a:prstGeom prst="rect">
            <a:avLst/>
          </a:prstGeom>
        </p:spPr>
      </p:pic>
      <p:sp>
        <p:nvSpPr>
          <p:cNvPr id="67" name="말풍선: 사각형 66">
            <a:extLst>
              <a:ext uri="{FF2B5EF4-FFF2-40B4-BE49-F238E27FC236}">
                <a16:creationId xmlns:a16="http://schemas.microsoft.com/office/drawing/2014/main" id="{F73AF5CF-A08C-43EB-B539-014D96A51C76}"/>
              </a:ext>
            </a:extLst>
          </p:cNvPr>
          <p:cNvSpPr/>
          <p:nvPr/>
        </p:nvSpPr>
        <p:spPr>
          <a:xfrm>
            <a:off x="296237" y="2097130"/>
            <a:ext cx="1057824" cy="521471"/>
          </a:xfrm>
          <a:prstGeom prst="wedgeRect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3C4AED-E2C4-4137-AB8E-827CF1067BEF}"/>
              </a:ext>
            </a:extLst>
          </p:cNvPr>
          <p:cNvSpPr txBox="1"/>
          <p:nvPr/>
        </p:nvSpPr>
        <p:spPr>
          <a:xfrm>
            <a:off x="337028" y="2151216"/>
            <a:ext cx="105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담장 색칠이</a:t>
            </a:r>
            <a:endParaRPr lang="en-US" altLang="ko-KR" sz="1200" dirty="0"/>
          </a:p>
          <a:p>
            <a:r>
              <a:rPr lang="ko-KR" altLang="en-US" sz="1200" dirty="0"/>
              <a:t>끝나가요</a:t>
            </a:r>
            <a:r>
              <a:rPr lang="en-US" altLang="ko-KR" sz="1200" dirty="0"/>
              <a:t>!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CEA48FD-5433-4792-94C1-05E260997D71}"/>
              </a:ext>
            </a:extLst>
          </p:cNvPr>
          <p:cNvSpPr/>
          <p:nvPr/>
        </p:nvSpPr>
        <p:spPr>
          <a:xfrm>
            <a:off x="562929" y="1806638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999A4C5-6051-48C8-8EFF-F1237CD72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999" y="1138847"/>
            <a:ext cx="3617884" cy="271662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65A7717-D954-46E2-8254-41467B80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102646" y="2784074"/>
            <a:ext cx="537764" cy="989239"/>
          </a:xfrm>
          <a:prstGeom prst="rect">
            <a:avLst/>
          </a:prstGeom>
        </p:spPr>
      </p:pic>
      <p:sp>
        <p:nvSpPr>
          <p:cNvPr id="51" name="말풍선: 사각형 50">
            <a:extLst>
              <a:ext uri="{FF2B5EF4-FFF2-40B4-BE49-F238E27FC236}">
                <a16:creationId xmlns:a16="http://schemas.microsoft.com/office/drawing/2014/main" id="{1A4C465B-888E-4064-999F-4DFB38F6D855}"/>
              </a:ext>
            </a:extLst>
          </p:cNvPr>
          <p:cNvSpPr/>
          <p:nvPr/>
        </p:nvSpPr>
        <p:spPr>
          <a:xfrm>
            <a:off x="4163081" y="1938472"/>
            <a:ext cx="1508396" cy="649746"/>
          </a:xfrm>
          <a:prstGeom prst="wedgeRectCallout">
            <a:avLst>
              <a:gd name="adj1" fmla="val -42315"/>
              <a:gd name="adj2" fmla="val 6848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477503-A252-4670-9403-921CF1EEDC05}"/>
              </a:ext>
            </a:extLst>
          </p:cNvPr>
          <p:cNvSpPr txBox="1"/>
          <p:nvPr/>
        </p:nvSpPr>
        <p:spPr>
          <a:xfrm>
            <a:off x="4228067" y="1941887"/>
            <a:ext cx="136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마지막 담장은</a:t>
            </a:r>
            <a:endParaRPr lang="en-US" altLang="ko-KR" sz="1200" dirty="0"/>
          </a:p>
          <a:p>
            <a:r>
              <a:rPr lang="ko-KR" altLang="en-US" sz="1200" dirty="0"/>
              <a:t>자유롭게 그려주세요</a:t>
            </a:r>
            <a:r>
              <a:rPr lang="en-US" altLang="ko-KR" sz="1200" dirty="0"/>
              <a:t>.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B97BA72B-38FF-4127-BD01-96EAE0AF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1" y="4094002"/>
            <a:ext cx="3617884" cy="2716628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C46A9EC1-D66A-4672-AC8F-05EEC575FB0E}"/>
              </a:ext>
            </a:extLst>
          </p:cNvPr>
          <p:cNvSpPr/>
          <p:nvPr/>
        </p:nvSpPr>
        <p:spPr>
          <a:xfrm>
            <a:off x="3314816" y="4009902"/>
            <a:ext cx="464137" cy="27171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그리기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툴</a:t>
            </a:r>
          </a:p>
        </p:txBody>
      </p: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0FAFACDC-1E5E-4343-89F7-96DADA42E0F5}"/>
              </a:ext>
            </a:extLst>
          </p:cNvPr>
          <p:cNvSpPr/>
          <p:nvPr/>
        </p:nvSpPr>
        <p:spPr>
          <a:xfrm rot="10800000">
            <a:off x="2382443" y="5405671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A7A7EC74-468D-4385-B610-EDB473288413}"/>
              </a:ext>
            </a:extLst>
          </p:cNvPr>
          <p:cNvSpPr/>
          <p:nvPr/>
        </p:nvSpPr>
        <p:spPr>
          <a:xfrm>
            <a:off x="1249884" y="5319084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5A5EFF68-83BA-4A0B-980D-70B592D7CDDD}"/>
              </a:ext>
            </a:extLst>
          </p:cNvPr>
          <p:cNvSpPr/>
          <p:nvPr/>
        </p:nvSpPr>
        <p:spPr>
          <a:xfrm>
            <a:off x="2466464" y="5185179"/>
            <a:ext cx="136997" cy="136997"/>
          </a:xfrm>
          <a:prstGeom prst="ellipse">
            <a:avLst/>
          </a:prstGeom>
          <a:solidFill>
            <a:srgbClr val="FFFF0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이등변 삼각형 72">
            <a:extLst>
              <a:ext uri="{FF2B5EF4-FFF2-40B4-BE49-F238E27FC236}">
                <a16:creationId xmlns:a16="http://schemas.microsoft.com/office/drawing/2014/main" id="{1CD0E3CC-D884-4708-B4BE-BBCB8755D7E0}"/>
              </a:ext>
            </a:extLst>
          </p:cNvPr>
          <p:cNvSpPr/>
          <p:nvPr/>
        </p:nvSpPr>
        <p:spPr>
          <a:xfrm rot="5400000">
            <a:off x="2678345" y="5111881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070C6C3-575D-4F1B-98F8-79ABC5252242}"/>
              </a:ext>
            </a:extLst>
          </p:cNvPr>
          <p:cNvSpPr/>
          <p:nvPr/>
        </p:nvSpPr>
        <p:spPr>
          <a:xfrm>
            <a:off x="1025675" y="5562581"/>
            <a:ext cx="224209" cy="221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이등변 삼각형 75">
            <a:extLst>
              <a:ext uri="{FF2B5EF4-FFF2-40B4-BE49-F238E27FC236}">
                <a16:creationId xmlns:a16="http://schemas.microsoft.com/office/drawing/2014/main" id="{0CBD9326-1B05-4607-880B-1EAA1922CEB5}"/>
              </a:ext>
            </a:extLst>
          </p:cNvPr>
          <p:cNvSpPr/>
          <p:nvPr/>
        </p:nvSpPr>
        <p:spPr>
          <a:xfrm rot="16200000">
            <a:off x="2106657" y="5111880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이등변 삼각형 76">
            <a:extLst>
              <a:ext uri="{FF2B5EF4-FFF2-40B4-BE49-F238E27FC236}">
                <a16:creationId xmlns:a16="http://schemas.microsoft.com/office/drawing/2014/main" id="{DE369676-8CB6-4989-9354-34003E11D063}"/>
              </a:ext>
            </a:extLst>
          </p:cNvPr>
          <p:cNvSpPr/>
          <p:nvPr/>
        </p:nvSpPr>
        <p:spPr>
          <a:xfrm>
            <a:off x="2390659" y="4834738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4F8E2E6-8940-45D9-957B-449D685F7C7E}"/>
              </a:ext>
            </a:extLst>
          </p:cNvPr>
          <p:cNvSpPr/>
          <p:nvPr/>
        </p:nvSpPr>
        <p:spPr>
          <a:xfrm>
            <a:off x="2431073" y="5697444"/>
            <a:ext cx="224209" cy="2219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5B7D69-13CB-4CEC-8A49-78409711D2BF}"/>
              </a:ext>
            </a:extLst>
          </p:cNvPr>
          <p:cNvSpPr/>
          <p:nvPr/>
        </p:nvSpPr>
        <p:spPr>
          <a:xfrm>
            <a:off x="2431073" y="5973148"/>
            <a:ext cx="224209" cy="2219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2DBDD64C-F43E-4C1B-A33B-01F0A7802263}"/>
              </a:ext>
            </a:extLst>
          </p:cNvPr>
          <p:cNvSpPr/>
          <p:nvPr/>
        </p:nvSpPr>
        <p:spPr>
          <a:xfrm rot="5400000">
            <a:off x="2708752" y="5824997"/>
            <a:ext cx="305038" cy="262965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5EDF426-B059-4155-A1F5-F52F7B39CE8C}"/>
              </a:ext>
            </a:extLst>
          </p:cNvPr>
          <p:cNvSpPr/>
          <p:nvPr/>
        </p:nvSpPr>
        <p:spPr>
          <a:xfrm>
            <a:off x="876347" y="5337172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661C9B5-9F09-4415-ABFA-658D00B8B702}"/>
              </a:ext>
            </a:extLst>
          </p:cNvPr>
          <p:cNvSpPr/>
          <p:nvPr/>
        </p:nvSpPr>
        <p:spPr>
          <a:xfrm>
            <a:off x="1025675" y="5854993"/>
            <a:ext cx="224209" cy="221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이등변 삼각형 82">
            <a:extLst>
              <a:ext uri="{FF2B5EF4-FFF2-40B4-BE49-F238E27FC236}">
                <a16:creationId xmlns:a16="http://schemas.microsoft.com/office/drawing/2014/main" id="{3598DF46-9677-4C70-98FC-6D75DC1F0CFC}"/>
              </a:ext>
            </a:extLst>
          </p:cNvPr>
          <p:cNvSpPr/>
          <p:nvPr/>
        </p:nvSpPr>
        <p:spPr>
          <a:xfrm rot="5400000">
            <a:off x="1376364" y="5646462"/>
            <a:ext cx="305038" cy="26296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이등변 삼각형 83">
            <a:extLst>
              <a:ext uri="{FF2B5EF4-FFF2-40B4-BE49-F238E27FC236}">
                <a16:creationId xmlns:a16="http://schemas.microsoft.com/office/drawing/2014/main" id="{BA34550B-307B-45A8-A39A-4F9B5C16C438}"/>
              </a:ext>
            </a:extLst>
          </p:cNvPr>
          <p:cNvSpPr/>
          <p:nvPr/>
        </p:nvSpPr>
        <p:spPr>
          <a:xfrm rot="16200000">
            <a:off x="606705" y="5656702"/>
            <a:ext cx="305038" cy="26296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B30DD35-4175-4ADD-A97D-A9936E75972E}"/>
              </a:ext>
            </a:extLst>
          </p:cNvPr>
          <p:cNvSpPr/>
          <p:nvPr/>
        </p:nvSpPr>
        <p:spPr>
          <a:xfrm>
            <a:off x="3158199" y="4343311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4FA280D9-EB0C-42C1-9D80-ECA093BFB258}"/>
              </a:ext>
            </a:extLst>
          </p:cNvPr>
          <p:cNvSpPr/>
          <p:nvPr/>
        </p:nvSpPr>
        <p:spPr>
          <a:xfrm>
            <a:off x="4256628" y="1614602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AAD77F16-68B4-4B92-AA01-BB72C66DE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658043"/>
              </p:ext>
            </p:extLst>
          </p:nvPr>
        </p:nvGraphicFramePr>
        <p:xfrm>
          <a:off x="7675178" y="2425093"/>
          <a:ext cx="4449042" cy="2088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대화창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여 교사 오디오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그리기 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툴 기능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원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정삼각형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정사각형 모양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색깔 변경 가능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730826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내레이션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선택창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내레이션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선택창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/>
                        <a:t>예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 err="1"/>
                        <a:t>아니오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71451"/>
                  </a:ext>
                </a:extLst>
              </a:tr>
            </a:tbl>
          </a:graphicData>
        </a:graphic>
      </p:graphicFrame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4163DAAD-17E1-497C-85D0-7B1C0DF7C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393006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모양으로 자유 그리기 활동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pic>
        <p:nvPicPr>
          <p:cNvPr id="43" name="그림 42">
            <a:extLst>
              <a:ext uri="{FF2B5EF4-FFF2-40B4-BE49-F238E27FC236}">
                <a16:creationId xmlns:a16="http://schemas.microsoft.com/office/drawing/2014/main" id="{26EAB150-3CA6-4F9D-9C96-79E9A30C9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329" y="6226766"/>
            <a:ext cx="375179" cy="288439"/>
          </a:xfrm>
          <a:prstGeom prst="rect">
            <a:avLst/>
          </a:prstGeom>
        </p:spPr>
      </p:pic>
      <p:sp>
        <p:nvSpPr>
          <p:cNvPr id="44" name="오른쪽 화살표 5">
            <a:extLst>
              <a:ext uri="{FF2B5EF4-FFF2-40B4-BE49-F238E27FC236}">
                <a16:creationId xmlns:a16="http://schemas.microsoft.com/office/drawing/2014/main" id="{A5A99AF1-75AD-4E6B-BC03-4A7914B87D10}"/>
              </a:ext>
            </a:extLst>
          </p:cNvPr>
          <p:cNvSpPr/>
          <p:nvPr/>
        </p:nvSpPr>
        <p:spPr>
          <a:xfrm>
            <a:off x="2962347" y="6307734"/>
            <a:ext cx="202034" cy="144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830FEF37-CFB9-4E93-B85C-5CA7016D7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525" y="4026991"/>
            <a:ext cx="3617884" cy="2716628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353D1EF7-3EDC-436F-AC14-289C51380B1E}"/>
              </a:ext>
            </a:extLst>
          </p:cNvPr>
          <p:cNvSpPr/>
          <p:nvPr/>
        </p:nvSpPr>
        <p:spPr>
          <a:xfrm>
            <a:off x="7032600" y="3967231"/>
            <a:ext cx="464137" cy="27171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그리기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툴</a:t>
            </a:r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5D4C75EE-4F85-4A64-B0DE-DF7CDE1F143C}"/>
              </a:ext>
            </a:extLst>
          </p:cNvPr>
          <p:cNvSpPr/>
          <p:nvPr/>
        </p:nvSpPr>
        <p:spPr>
          <a:xfrm rot="10800000">
            <a:off x="6100227" y="5363000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1FD8776C-593B-4B74-A090-C4B2D67FE680}"/>
              </a:ext>
            </a:extLst>
          </p:cNvPr>
          <p:cNvSpPr/>
          <p:nvPr/>
        </p:nvSpPr>
        <p:spPr>
          <a:xfrm>
            <a:off x="4967668" y="5276413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4CC4AB46-9B29-40E6-A0A0-3D6293AA0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412" y="6265063"/>
            <a:ext cx="265787" cy="243638"/>
          </a:xfrm>
          <a:prstGeom prst="rect">
            <a:avLst/>
          </a:prstGeom>
        </p:spPr>
      </p:pic>
      <p:sp>
        <p:nvSpPr>
          <p:cNvPr id="52" name="타원 51">
            <a:extLst>
              <a:ext uri="{FF2B5EF4-FFF2-40B4-BE49-F238E27FC236}">
                <a16:creationId xmlns:a16="http://schemas.microsoft.com/office/drawing/2014/main" id="{412C9063-8E8D-4682-826F-16FFD4F1796D}"/>
              </a:ext>
            </a:extLst>
          </p:cNvPr>
          <p:cNvSpPr/>
          <p:nvPr/>
        </p:nvSpPr>
        <p:spPr>
          <a:xfrm>
            <a:off x="6184248" y="5142508"/>
            <a:ext cx="136997" cy="136997"/>
          </a:xfrm>
          <a:prstGeom prst="ellipse">
            <a:avLst/>
          </a:prstGeom>
          <a:solidFill>
            <a:srgbClr val="FFFF00"/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이등변 삼각형 52">
            <a:extLst>
              <a:ext uri="{FF2B5EF4-FFF2-40B4-BE49-F238E27FC236}">
                <a16:creationId xmlns:a16="http://schemas.microsoft.com/office/drawing/2014/main" id="{3348F61D-C681-437A-BC8D-A4A7E05D569C}"/>
              </a:ext>
            </a:extLst>
          </p:cNvPr>
          <p:cNvSpPr/>
          <p:nvPr/>
        </p:nvSpPr>
        <p:spPr>
          <a:xfrm rot="5400000">
            <a:off x="6396129" y="5069210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9453839-B67D-4EBE-AD0F-FF8D078EC8BB}"/>
              </a:ext>
            </a:extLst>
          </p:cNvPr>
          <p:cNvSpPr/>
          <p:nvPr/>
        </p:nvSpPr>
        <p:spPr>
          <a:xfrm>
            <a:off x="4743459" y="5519910"/>
            <a:ext cx="224209" cy="221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이등변 삼각형 89">
            <a:extLst>
              <a:ext uri="{FF2B5EF4-FFF2-40B4-BE49-F238E27FC236}">
                <a16:creationId xmlns:a16="http://schemas.microsoft.com/office/drawing/2014/main" id="{07DA95DD-66FC-43AB-9866-CC5A7FA1240C}"/>
              </a:ext>
            </a:extLst>
          </p:cNvPr>
          <p:cNvSpPr/>
          <p:nvPr/>
        </p:nvSpPr>
        <p:spPr>
          <a:xfrm rot="16200000">
            <a:off x="5824441" y="5069209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이등변 삼각형 90">
            <a:extLst>
              <a:ext uri="{FF2B5EF4-FFF2-40B4-BE49-F238E27FC236}">
                <a16:creationId xmlns:a16="http://schemas.microsoft.com/office/drawing/2014/main" id="{DCD9FAF0-23FF-49EE-A280-CA70732D260A}"/>
              </a:ext>
            </a:extLst>
          </p:cNvPr>
          <p:cNvSpPr/>
          <p:nvPr/>
        </p:nvSpPr>
        <p:spPr>
          <a:xfrm>
            <a:off x="6108443" y="4792067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9B309D6-18C9-4ED7-83D5-CBC0739E562C}"/>
              </a:ext>
            </a:extLst>
          </p:cNvPr>
          <p:cNvSpPr/>
          <p:nvPr/>
        </p:nvSpPr>
        <p:spPr>
          <a:xfrm>
            <a:off x="6148857" y="5654773"/>
            <a:ext cx="224209" cy="2219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5BEEDC2-8626-4051-AFFB-41D11E5AF1F8}"/>
              </a:ext>
            </a:extLst>
          </p:cNvPr>
          <p:cNvSpPr/>
          <p:nvPr/>
        </p:nvSpPr>
        <p:spPr>
          <a:xfrm>
            <a:off x="6148857" y="5930477"/>
            <a:ext cx="224209" cy="2219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이등변 삼각형 93">
            <a:extLst>
              <a:ext uri="{FF2B5EF4-FFF2-40B4-BE49-F238E27FC236}">
                <a16:creationId xmlns:a16="http://schemas.microsoft.com/office/drawing/2014/main" id="{A44918D3-A276-4A19-BBCF-C447B5AE0761}"/>
              </a:ext>
            </a:extLst>
          </p:cNvPr>
          <p:cNvSpPr/>
          <p:nvPr/>
        </p:nvSpPr>
        <p:spPr>
          <a:xfrm rot="5400000">
            <a:off x="6426536" y="5782326"/>
            <a:ext cx="305038" cy="262965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BB0F13A2-22B5-4FAC-8E09-17BFD2BE089D}"/>
              </a:ext>
            </a:extLst>
          </p:cNvPr>
          <p:cNvSpPr/>
          <p:nvPr/>
        </p:nvSpPr>
        <p:spPr>
          <a:xfrm>
            <a:off x="4594131" y="5294501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7C9156B5-BDF5-4F74-9364-AD4F42DC579A}"/>
              </a:ext>
            </a:extLst>
          </p:cNvPr>
          <p:cNvSpPr/>
          <p:nvPr/>
        </p:nvSpPr>
        <p:spPr>
          <a:xfrm>
            <a:off x="4743459" y="5812322"/>
            <a:ext cx="224209" cy="2219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이등변 삼각형 96">
            <a:extLst>
              <a:ext uri="{FF2B5EF4-FFF2-40B4-BE49-F238E27FC236}">
                <a16:creationId xmlns:a16="http://schemas.microsoft.com/office/drawing/2014/main" id="{9BE464C0-069D-4C4C-B9E2-E3B0F90104F7}"/>
              </a:ext>
            </a:extLst>
          </p:cNvPr>
          <p:cNvSpPr/>
          <p:nvPr/>
        </p:nvSpPr>
        <p:spPr>
          <a:xfrm rot="5400000">
            <a:off x="5094148" y="5603791"/>
            <a:ext cx="305038" cy="26296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이등변 삼각형 97">
            <a:extLst>
              <a:ext uri="{FF2B5EF4-FFF2-40B4-BE49-F238E27FC236}">
                <a16:creationId xmlns:a16="http://schemas.microsoft.com/office/drawing/2014/main" id="{16279C4B-BFED-4F3B-B857-F99F94E08462}"/>
              </a:ext>
            </a:extLst>
          </p:cNvPr>
          <p:cNvSpPr/>
          <p:nvPr/>
        </p:nvSpPr>
        <p:spPr>
          <a:xfrm rot="16200000">
            <a:off x="4324489" y="5614031"/>
            <a:ext cx="305038" cy="26296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40EC1FE-E442-4BAF-8C3E-E662DB5B20F9}"/>
              </a:ext>
            </a:extLst>
          </p:cNvPr>
          <p:cNvSpPr/>
          <p:nvPr/>
        </p:nvSpPr>
        <p:spPr>
          <a:xfrm>
            <a:off x="4387959" y="4883580"/>
            <a:ext cx="2221199" cy="10571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920056E-DD51-4A98-AA3E-415A2D835F70}"/>
              </a:ext>
            </a:extLst>
          </p:cNvPr>
          <p:cNvSpPr txBox="1"/>
          <p:nvPr/>
        </p:nvSpPr>
        <p:spPr>
          <a:xfrm>
            <a:off x="4638257" y="4883580"/>
            <a:ext cx="1851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그림을 완성했나요</a:t>
            </a:r>
            <a:r>
              <a:rPr lang="en-US" altLang="ko-KR" sz="1400" b="1" dirty="0"/>
              <a:t>?</a:t>
            </a:r>
            <a:endParaRPr lang="ko-KR" altLang="en-US" sz="1400" b="1" dirty="0"/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EEB019F5-4FD8-44DD-AD1E-C515743BF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07" y="5489505"/>
            <a:ext cx="553360" cy="28843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EC0DE2E9-0E3A-4777-9E8E-54B6BB64C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258" y="5489505"/>
            <a:ext cx="553360" cy="28843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0FA30E9E-11C5-4058-9B47-94CCBD85F67F}"/>
              </a:ext>
            </a:extLst>
          </p:cNvPr>
          <p:cNvSpPr txBox="1"/>
          <p:nvPr/>
        </p:nvSpPr>
        <p:spPr>
          <a:xfrm>
            <a:off x="4808969" y="5515466"/>
            <a:ext cx="501043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예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64031FB-8AAA-4599-B72F-02E46BECAF96}"/>
              </a:ext>
            </a:extLst>
          </p:cNvPr>
          <p:cNvSpPr txBox="1"/>
          <p:nvPr/>
        </p:nvSpPr>
        <p:spPr>
          <a:xfrm>
            <a:off x="5672439" y="5507183"/>
            <a:ext cx="501043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/>
              <a:t>아니오</a:t>
            </a:r>
            <a:endParaRPr lang="ko-KR" altLang="en-US" sz="800" dirty="0"/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90DB0EB9-4256-4877-8D10-DBD3E7D87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100" y="6244845"/>
            <a:ext cx="265787" cy="243638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43203A1E-6458-4E0F-A76F-5A99825ED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738" y="6204586"/>
            <a:ext cx="375179" cy="288439"/>
          </a:xfrm>
          <a:prstGeom prst="rect">
            <a:avLst/>
          </a:prstGeom>
        </p:spPr>
      </p:pic>
      <p:sp>
        <p:nvSpPr>
          <p:cNvPr id="110" name="오른쪽 화살표 5">
            <a:extLst>
              <a:ext uri="{FF2B5EF4-FFF2-40B4-BE49-F238E27FC236}">
                <a16:creationId xmlns:a16="http://schemas.microsoft.com/office/drawing/2014/main" id="{00AE760E-0796-4F5D-B758-84893E2CBFA3}"/>
              </a:ext>
            </a:extLst>
          </p:cNvPr>
          <p:cNvSpPr/>
          <p:nvPr/>
        </p:nvSpPr>
        <p:spPr>
          <a:xfrm>
            <a:off x="6637756" y="6285554"/>
            <a:ext cx="202034" cy="144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C88CA7B2-34D6-426D-A617-0C04C80CC3C5}"/>
              </a:ext>
            </a:extLst>
          </p:cNvPr>
          <p:cNvSpPr/>
          <p:nvPr/>
        </p:nvSpPr>
        <p:spPr>
          <a:xfrm>
            <a:off x="2627289" y="6199099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BF4C7003-479E-4484-BE41-387AF44BBD21}"/>
              </a:ext>
            </a:extLst>
          </p:cNvPr>
          <p:cNvSpPr/>
          <p:nvPr/>
        </p:nvSpPr>
        <p:spPr>
          <a:xfrm>
            <a:off x="4398072" y="503010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2047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ED2C6-0A33-4118-960F-60800281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5" name="텍스트 개체 틀 3">
            <a:extLst>
              <a:ext uri="{FF2B5EF4-FFF2-40B4-BE49-F238E27FC236}">
                <a16:creationId xmlns:a16="http://schemas.microsoft.com/office/drawing/2014/main" id="{AD0139F1-D246-4418-95AC-FE35C5555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0" y="856314"/>
            <a:ext cx="1455169" cy="254707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수리 이야기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B1671AE0-EE48-457F-83D4-5DB4D51AAD6E}"/>
              </a:ext>
            </a:extLst>
          </p:cNvPr>
          <p:cNvSpPr txBox="1">
            <a:spLocks/>
          </p:cNvSpPr>
          <p:nvPr/>
        </p:nvSpPr>
        <p:spPr>
          <a:xfrm>
            <a:off x="7756748" y="2963174"/>
            <a:ext cx="4087320" cy="247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accent5"/>
                </a:solidFill>
                <a:latin typeface="Yu Gothic UI Semibold" panose="020B0700000000000000" pitchFamily="34" charset="-128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4. </a:t>
            </a:r>
            <a:r>
              <a:rPr lang="ko-KR" altLang="en-US" sz="2400" dirty="0"/>
              <a:t>수리 이야기</a:t>
            </a:r>
            <a:endParaRPr lang="en-US" altLang="ko-KR" sz="2400" dirty="0"/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본 장면은 활동 구분과 상단</a:t>
            </a:r>
            <a:r>
              <a:rPr lang="en-US" altLang="ko-KR" sz="2400" dirty="0"/>
              <a:t>UI </a:t>
            </a:r>
            <a:r>
              <a:rPr lang="ko-KR" altLang="en-US" sz="2400" dirty="0"/>
              <a:t>변경을 위한 것으로 별도 개발</a:t>
            </a:r>
            <a:r>
              <a:rPr lang="en-US" altLang="ko-KR" sz="2400" dirty="0"/>
              <a:t>X)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8FE24B-5205-4739-BD80-350AE2E6B4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534" b="9513"/>
          <a:stretch/>
        </p:blipFill>
        <p:spPr>
          <a:xfrm>
            <a:off x="1147144" y="2616738"/>
            <a:ext cx="5119599" cy="262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B67500-D0F0-4633-9EED-1D1AA84466EB}"/>
              </a:ext>
            </a:extLst>
          </p:cNvPr>
          <p:cNvSpPr txBox="1"/>
          <p:nvPr/>
        </p:nvSpPr>
        <p:spPr>
          <a:xfrm>
            <a:off x="2034844" y="2631033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accent4"/>
                </a:solidFill>
              </a:rPr>
              <a:t>수리 이야기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6139E-6721-4439-A499-C959316DB965}"/>
              </a:ext>
            </a:extLst>
          </p:cNvPr>
          <p:cNvSpPr txBox="1"/>
          <p:nvPr/>
        </p:nvSpPr>
        <p:spPr>
          <a:xfrm>
            <a:off x="2874044" y="2616980"/>
            <a:ext cx="17104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알록달록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학교 담장 색칠하기</a:t>
            </a: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23B92FE6-BAF0-4638-8035-0FFC9AE4EA64}"/>
              </a:ext>
            </a:extLst>
          </p:cNvPr>
          <p:cNvSpPr/>
          <p:nvPr/>
        </p:nvSpPr>
        <p:spPr>
          <a:xfrm rot="20957324">
            <a:off x="2044669" y="1960091"/>
            <a:ext cx="225984" cy="5952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C3ECC-E62F-4F8E-88AF-9F8EEF7C777F}"/>
              </a:ext>
            </a:extLst>
          </p:cNvPr>
          <p:cNvSpPr txBox="1"/>
          <p:nvPr/>
        </p:nvSpPr>
        <p:spPr>
          <a:xfrm>
            <a:off x="218289" y="1506503"/>
            <a:ext cx="459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수리 이야기 로 상단 </a:t>
            </a:r>
            <a:r>
              <a:rPr lang="en-US" altLang="ko-KR" dirty="0"/>
              <a:t>UI</a:t>
            </a:r>
            <a:r>
              <a:rPr lang="ko-KR" altLang="en-US" dirty="0"/>
              <a:t>변경하여 이후 적용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7AD6FC8-B0A7-4406-AFF5-9E486C4BD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26" y="2879222"/>
            <a:ext cx="5114911" cy="353383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14B9643-3E7E-47FC-B506-BAADFA2B5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754" y="2619511"/>
            <a:ext cx="1122028" cy="21376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E69DFA6-2BB2-4472-A822-21DC88D670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54" t="31996" r="26247" b="35552"/>
          <a:stretch/>
        </p:blipFill>
        <p:spPr>
          <a:xfrm>
            <a:off x="1187145" y="2655965"/>
            <a:ext cx="588865" cy="15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162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138AA-3290-4322-9A3F-D0A4D8D4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202"/>
            <a:ext cx="8543925" cy="365125"/>
          </a:xfrm>
        </p:spPr>
        <p:txBody>
          <a:bodyPr/>
          <a:lstStyle/>
          <a:p>
            <a:r>
              <a:rPr lang="ko-KR" altLang="en-US" dirty="0"/>
              <a:t>경북교육청 콘텐츠 기획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47C5F-340B-4EC5-BB59-B9E31842D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93831" y="856314"/>
            <a:ext cx="1309678" cy="254707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수리가 필요해요</a:t>
            </a:r>
            <a:endParaRPr lang="ko-KR" altLang="en-US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C030D2AA-A755-4B65-A692-927D7620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299899"/>
              </p:ext>
            </p:extLst>
          </p:nvPr>
        </p:nvGraphicFramePr>
        <p:xfrm>
          <a:off x="7675178" y="2425093"/>
          <a:ext cx="4449042" cy="3208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내레이션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/>
                        <a:t>     </a:t>
                      </a:r>
                      <a:r>
                        <a:rPr lang="ko-KR" altLang="en-US" sz="1050" dirty="0"/>
                        <a:t>모양 표지판은 어떤 것이 있을까요</a:t>
                      </a:r>
                      <a:r>
                        <a:rPr lang="en-US" altLang="ko-KR" sz="1050" dirty="0"/>
                        <a:t>?</a:t>
                      </a:r>
                    </a:p>
                    <a:p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“</a:t>
                      </a:r>
                      <a:r>
                        <a:rPr lang="ko-KR" altLang="en-US" sz="1050" dirty="0"/>
                        <a:t>자동차 전용 도로 표지판입니다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/>
                        <a:t>자동차만 다닐 수 있으니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사람은 다니지 않아요</a:t>
                      </a:r>
                      <a:r>
                        <a:rPr lang="en-US" altLang="ko-KR" sz="1050" dirty="0"/>
                        <a:t>.”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내레이션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/>
                        <a:t>     </a:t>
                      </a:r>
                      <a:r>
                        <a:rPr lang="ko-KR" altLang="en-US" sz="1050" dirty="0"/>
                        <a:t>모양 표지판은 어떤 것이 있을까요</a:t>
                      </a:r>
                      <a:r>
                        <a:rPr lang="en-US" altLang="ko-KR" sz="1050" dirty="0"/>
                        <a:t>?</a:t>
                      </a:r>
                    </a:p>
                    <a:p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“</a:t>
                      </a:r>
                      <a:r>
                        <a:rPr lang="ko-KR" altLang="en-US" sz="1050" dirty="0"/>
                        <a:t>주차 표지판입니다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/>
                        <a:t>자동차가 많으니 주차장에서 놀지 않아요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 err="1"/>
                        <a:t>안전히</a:t>
                      </a:r>
                      <a:r>
                        <a:rPr lang="ko-KR" altLang="en-US" sz="1050" dirty="0"/>
                        <a:t> 인도로 다녀야 해요</a:t>
                      </a:r>
                      <a:r>
                        <a:rPr lang="en-US" altLang="ko-KR" sz="1050" dirty="0"/>
                        <a:t>.”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내레이션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/>
                        <a:t>      </a:t>
                      </a:r>
                      <a:r>
                        <a:rPr lang="ko-KR" altLang="en-US" sz="1050" dirty="0"/>
                        <a:t>모양 표지판은 어떤 것이 있을까요</a:t>
                      </a:r>
                      <a:r>
                        <a:rPr lang="en-US" altLang="ko-KR" sz="1050" dirty="0"/>
                        <a:t>?</a:t>
                      </a:r>
                    </a:p>
                    <a:p>
                      <a:endParaRPr lang="en-US" altLang="ko-KR" sz="1050" dirty="0"/>
                    </a:p>
                    <a:p>
                      <a:r>
                        <a:rPr lang="en-US" altLang="ko-KR" sz="1050" dirty="0"/>
                        <a:t>“</a:t>
                      </a:r>
                      <a:r>
                        <a:rPr lang="ko-KR" altLang="en-US" sz="1050" dirty="0"/>
                        <a:t>공사 표지판입니다</a:t>
                      </a:r>
                      <a:r>
                        <a:rPr lang="en-US" altLang="ko-KR" sz="1050" dirty="0"/>
                        <a:t>. </a:t>
                      </a:r>
                      <a:r>
                        <a:rPr lang="ko-KR" altLang="en-US" sz="1050" dirty="0"/>
                        <a:t>주변에 공사를 하고 있으니 가까이 가지 않아야 해요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앞으로 표지판을 보며 안전하게 다녀요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86949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80C14CF-998D-4E83-86ED-F72E80DB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980647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도로 표지판을 이용하여 모양과 관련된 수리 이야기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43580FFA-35D4-4A88-B043-3F2871447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792" y="3135794"/>
            <a:ext cx="8378432" cy="256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03401A4-2724-4CBF-9357-65172F50987F}"/>
              </a:ext>
            </a:extLst>
          </p:cNvPr>
          <p:cNvSpPr/>
          <p:nvPr/>
        </p:nvSpPr>
        <p:spPr>
          <a:xfrm>
            <a:off x="9119025" y="3195762"/>
            <a:ext cx="136997" cy="136997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F03624-7F16-4E1E-ADA6-18B68FCAA4A3}"/>
              </a:ext>
            </a:extLst>
          </p:cNvPr>
          <p:cNvSpPr/>
          <p:nvPr/>
        </p:nvSpPr>
        <p:spPr>
          <a:xfrm>
            <a:off x="9075418" y="3893673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78670CEF-B7EE-48D8-A084-00D494A9E8EF}"/>
              </a:ext>
            </a:extLst>
          </p:cNvPr>
          <p:cNvSpPr/>
          <p:nvPr/>
        </p:nvSpPr>
        <p:spPr>
          <a:xfrm>
            <a:off x="9075418" y="4616538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BB0AFCE-85C1-4191-879D-CC2D11F8FCCD}"/>
              </a:ext>
            </a:extLst>
          </p:cNvPr>
          <p:cNvGrpSpPr/>
          <p:nvPr/>
        </p:nvGrpSpPr>
        <p:grpSpPr>
          <a:xfrm>
            <a:off x="3948888" y="3983741"/>
            <a:ext cx="3617884" cy="2716628"/>
            <a:chOff x="8052471" y="4643372"/>
            <a:chExt cx="3617884" cy="2716628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C936D05B-CE4D-4ED2-AD97-D0AEE494B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2471" y="4643372"/>
              <a:ext cx="3617884" cy="2716628"/>
            </a:xfrm>
            <a:prstGeom prst="rect">
              <a:avLst/>
            </a:prstGeom>
          </p:spPr>
        </p:pic>
        <p:sp>
          <p:nvSpPr>
            <p:cNvPr id="38" name="이등변 삼각형 37">
              <a:extLst>
                <a:ext uri="{FF2B5EF4-FFF2-40B4-BE49-F238E27FC236}">
                  <a16:creationId xmlns:a16="http://schemas.microsoft.com/office/drawing/2014/main" id="{B6590B0C-326F-4C09-8791-FFC026F70A32}"/>
                </a:ext>
              </a:extLst>
            </p:cNvPr>
            <p:cNvSpPr/>
            <p:nvPr/>
          </p:nvSpPr>
          <p:spPr>
            <a:xfrm rot="10800000">
              <a:off x="10258173" y="595504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60443E1-9A05-47F7-BB35-9C65A7D4979E}"/>
                </a:ext>
              </a:extLst>
            </p:cNvPr>
            <p:cNvSpPr/>
            <p:nvPr/>
          </p:nvSpPr>
          <p:spPr>
            <a:xfrm>
              <a:off x="9125614" y="5868454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D5A4A07-AABD-4041-BDF0-6BEE1793A121}"/>
                </a:ext>
              </a:extLst>
            </p:cNvPr>
            <p:cNvSpPr/>
            <p:nvPr/>
          </p:nvSpPr>
          <p:spPr>
            <a:xfrm>
              <a:off x="10342194" y="5734549"/>
              <a:ext cx="136997" cy="136997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이등변 삼각형 43">
              <a:extLst>
                <a:ext uri="{FF2B5EF4-FFF2-40B4-BE49-F238E27FC236}">
                  <a16:creationId xmlns:a16="http://schemas.microsoft.com/office/drawing/2014/main" id="{65A8008E-CBB3-42C4-A2EB-3FBC6D3C4E85}"/>
                </a:ext>
              </a:extLst>
            </p:cNvPr>
            <p:cNvSpPr/>
            <p:nvPr/>
          </p:nvSpPr>
          <p:spPr>
            <a:xfrm rot="5400000">
              <a:off x="10554075" y="566125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FCC6B89-3DF0-4B46-9C56-15118E0D2443}"/>
                </a:ext>
              </a:extLst>
            </p:cNvPr>
            <p:cNvSpPr/>
            <p:nvPr/>
          </p:nvSpPr>
          <p:spPr>
            <a:xfrm>
              <a:off x="8901405" y="6111951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5D5F159E-4B81-44EC-A793-80D728C2300B}"/>
                </a:ext>
              </a:extLst>
            </p:cNvPr>
            <p:cNvSpPr/>
            <p:nvPr/>
          </p:nvSpPr>
          <p:spPr>
            <a:xfrm rot="16200000">
              <a:off x="9982387" y="5661250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565669AC-10BC-4DEF-A888-5C88CE45296C}"/>
                </a:ext>
              </a:extLst>
            </p:cNvPr>
            <p:cNvSpPr/>
            <p:nvPr/>
          </p:nvSpPr>
          <p:spPr>
            <a:xfrm>
              <a:off x="10266389" y="5384108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D25F2D3-22E1-4801-93CE-0B5AA91421F7}"/>
                </a:ext>
              </a:extLst>
            </p:cNvPr>
            <p:cNvSpPr/>
            <p:nvPr/>
          </p:nvSpPr>
          <p:spPr>
            <a:xfrm>
              <a:off x="10306803" y="6246814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D325701-9643-4DFE-9173-EE2082FF608A}"/>
                </a:ext>
              </a:extLst>
            </p:cNvPr>
            <p:cNvSpPr/>
            <p:nvPr/>
          </p:nvSpPr>
          <p:spPr>
            <a:xfrm>
              <a:off x="10306803" y="6522518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5CA8D399-D2E2-45FE-B1FF-AD85AE2D53D0}"/>
                </a:ext>
              </a:extLst>
            </p:cNvPr>
            <p:cNvSpPr/>
            <p:nvPr/>
          </p:nvSpPr>
          <p:spPr>
            <a:xfrm rot="5400000">
              <a:off x="10584482" y="6374367"/>
              <a:ext cx="305038" cy="262965"/>
            </a:xfrm>
            <a:prstGeom prst="triangl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2760BD6-1469-4749-802F-FE8BEC3DA99A}"/>
                </a:ext>
              </a:extLst>
            </p:cNvPr>
            <p:cNvSpPr/>
            <p:nvPr/>
          </p:nvSpPr>
          <p:spPr>
            <a:xfrm>
              <a:off x="8752077" y="5886542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F0B6884F-93D0-42A5-B36D-AD49D5F82B32}"/>
                </a:ext>
              </a:extLst>
            </p:cNvPr>
            <p:cNvSpPr/>
            <p:nvPr/>
          </p:nvSpPr>
          <p:spPr>
            <a:xfrm>
              <a:off x="8901405" y="6404363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12FE1312-89CA-4314-BBAF-4EC965A6C0E5}"/>
                </a:ext>
              </a:extLst>
            </p:cNvPr>
            <p:cNvSpPr/>
            <p:nvPr/>
          </p:nvSpPr>
          <p:spPr>
            <a:xfrm rot="5400000">
              <a:off x="9252094" y="619583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50E955ED-FF43-4ADA-8149-0A1DE42EE6C4}"/>
                </a:ext>
              </a:extLst>
            </p:cNvPr>
            <p:cNvSpPr/>
            <p:nvPr/>
          </p:nvSpPr>
          <p:spPr>
            <a:xfrm rot="16200000">
              <a:off x="8482435" y="620607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E7D24A9-D983-4A74-8B97-0655C12FF47B}"/>
              </a:ext>
            </a:extLst>
          </p:cNvPr>
          <p:cNvGrpSpPr/>
          <p:nvPr/>
        </p:nvGrpSpPr>
        <p:grpSpPr>
          <a:xfrm>
            <a:off x="165722" y="4021600"/>
            <a:ext cx="3617884" cy="2716628"/>
            <a:chOff x="8052471" y="4643372"/>
            <a:chExt cx="3617884" cy="2716628"/>
          </a:xfrm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4D10D7D3-A388-4C6C-9EF6-DA8CEF988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2471" y="4643372"/>
              <a:ext cx="3617884" cy="2716628"/>
            </a:xfrm>
            <a:prstGeom prst="rect">
              <a:avLst/>
            </a:prstGeom>
          </p:spPr>
        </p:pic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BB29C83C-5287-469C-A206-AEEA926BAF22}"/>
                </a:ext>
              </a:extLst>
            </p:cNvPr>
            <p:cNvSpPr/>
            <p:nvPr/>
          </p:nvSpPr>
          <p:spPr>
            <a:xfrm rot="10800000">
              <a:off x="10258173" y="595504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7FDC1DB5-6553-439A-8F60-089D27816448}"/>
                </a:ext>
              </a:extLst>
            </p:cNvPr>
            <p:cNvSpPr/>
            <p:nvPr/>
          </p:nvSpPr>
          <p:spPr>
            <a:xfrm>
              <a:off x="9125614" y="5868454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682BE255-E38F-4924-9E30-1B90C9549E78}"/>
                </a:ext>
              </a:extLst>
            </p:cNvPr>
            <p:cNvSpPr/>
            <p:nvPr/>
          </p:nvSpPr>
          <p:spPr>
            <a:xfrm>
              <a:off x="10342194" y="5734549"/>
              <a:ext cx="136997" cy="136997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이등변 삼각형 61">
              <a:extLst>
                <a:ext uri="{FF2B5EF4-FFF2-40B4-BE49-F238E27FC236}">
                  <a16:creationId xmlns:a16="http://schemas.microsoft.com/office/drawing/2014/main" id="{753C9F0D-1209-4188-A959-DA534F5B6D33}"/>
                </a:ext>
              </a:extLst>
            </p:cNvPr>
            <p:cNvSpPr/>
            <p:nvPr/>
          </p:nvSpPr>
          <p:spPr>
            <a:xfrm rot="5400000">
              <a:off x="10554075" y="566125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18960070-D318-42E5-9A4C-37F1A8F9401A}"/>
                </a:ext>
              </a:extLst>
            </p:cNvPr>
            <p:cNvSpPr/>
            <p:nvPr/>
          </p:nvSpPr>
          <p:spPr>
            <a:xfrm>
              <a:off x="8901405" y="6111951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이등변 삼각형 63">
              <a:extLst>
                <a:ext uri="{FF2B5EF4-FFF2-40B4-BE49-F238E27FC236}">
                  <a16:creationId xmlns:a16="http://schemas.microsoft.com/office/drawing/2014/main" id="{77820BBD-45BD-47A1-9708-BEA36D33D193}"/>
                </a:ext>
              </a:extLst>
            </p:cNvPr>
            <p:cNvSpPr/>
            <p:nvPr/>
          </p:nvSpPr>
          <p:spPr>
            <a:xfrm rot="16200000">
              <a:off x="9982387" y="5661250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C77F77A8-25E4-4CA7-B1C2-5EB05E4FCC3A}"/>
                </a:ext>
              </a:extLst>
            </p:cNvPr>
            <p:cNvSpPr/>
            <p:nvPr/>
          </p:nvSpPr>
          <p:spPr>
            <a:xfrm>
              <a:off x="10266389" y="5384108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B6E700BF-D603-4598-B3BF-1E6CFD95C84A}"/>
                </a:ext>
              </a:extLst>
            </p:cNvPr>
            <p:cNvSpPr/>
            <p:nvPr/>
          </p:nvSpPr>
          <p:spPr>
            <a:xfrm>
              <a:off x="10306803" y="6246814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082B984-A8BC-45AA-996F-BB5E1A8F68FB}"/>
                </a:ext>
              </a:extLst>
            </p:cNvPr>
            <p:cNvSpPr/>
            <p:nvPr/>
          </p:nvSpPr>
          <p:spPr>
            <a:xfrm>
              <a:off x="10306803" y="6522518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8" name="이등변 삼각형 67">
              <a:extLst>
                <a:ext uri="{FF2B5EF4-FFF2-40B4-BE49-F238E27FC236}">
                  <a16:creationId xmlns:a16="http://schemas.microsoft.com/office/drawing/2014/main" id="{2624ED42-B858-400E-A39D-ECCF19EE8370}"/>
                </a:ext>
              </a:extLst>
            </p:cNvPr>
            <p:cNvSpPr/>
            <p:nvPr/>
          </p:nvSpPr>
          <p:spPr>
            <a:xfrm rot="5400000">
              <a:off x="10584482" y="6374367"/>
              <a:ext cx="305038" cy="262965"/>
            </a:xfrm>
            <a:prstGeom prst="triangl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DCC96C0-A8C4-4804-BC04-D64636203396}"/>
                </a:ext>
              </a:extLst>
            </p:cNvPr>
            <p:cNvSpPr/>
            <p:nvPr/>
          </p:nvSpPr>
          <p:spPr>
            <a:xfrm>
              <a:off x="8752077" y="5886542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363C30D-7B83-4403-BC12-3E0E3C8F0FD9}"/>
                </a:ext>
              </a:extLst>
            </p:cNvPr>
            <p:cNvSpPr/>
            <p:nvPr/>
          </p:nvSpPr>
          <p:spPr>
            <a:xfrm>
              <a:off x="8901405" y="6404363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3" name="이등변 삼각형 72">
              <a:extLst>
                <a:ext uri="{FF2B5EF4-FFF2-40B4-BE49-F238E27FC236}">
                  <a16:creationId xmlns:a16="http://schemas.microsoft.com/office/drawing/2014/main" id="{DC23820D-E7C4-441F-805F-B09CB195452F}"/>
                </a:ext>
              </a:extLst>
            </p:cNvPr>
            <p:cNvSpPr/>
            <p:nvPr/>
          </p:nvSpPr>
          <p:spPr>
            <a:xfrm rot="5400000">
              <a:off x="9252094" y="619583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A0005AE6-A0B9-4A6D-A02B-D30B5FD5232F}"/>
                </a:ext>
              </a:extLst>
            </p:cNvPr>
            <p:cNvSpPr/>
            <p:nvPr/>
          </p:nvSpPr>
          <p:spPr>
            <a:xfrm rot="16200000">
              <a:off x="8482435" y="620607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5C0806E-11DE-48FA-8750-287FB1758BBF}"/>
              </a:ext>
            </a:extLst>
          </p:cNvPr>
          <p:cNvGrpSpPr/>
          <p:nvPr/>
        </p:nvGrpSpPr>
        <p:grpSpPr>
          <a:xfrm>
            <a:off x="3900562" y="1113464"/>
            <a:ext cx="3617884" cy="2716628"/>
            <a:chOff x="8052471" y="4643372"/>
            <a:chExt cx="3617884" cy="2716628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DC6C51EF-EB7F-4695-8271-8129FBD92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2471" y="4643372"/>
              <a:ext cx="3617884" cy="2716628"/>
            </a:xfrm>
            <a:prstGeom prst="rect">
              <a:avLst/>
            </a:prstGeom>
          </p:spPr>
        </p:pic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050E7ABB-C169-42B3-AC62-F0C6FC0F279A}"/>
                </a:ext>
              </a:extLst>
            </p:cNvPr>
            <p:cNvSpPr/>
            <p:nvPr/>
          </p:nvSpPr>
          <p:spPr>
            <a:xfrm rot="10800000">
              <a:off x="10258173" y="595504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B96D302-9F14-43C3-8625-3F46E3E23570}"/>
                </a:ext>
              </a:extLst>
            </p:cNvPr>
            <p:cNvSpPr/>
            <p:nvPr/>
          </p:nvSpPr>
          <p:spPr>
            <a:xfrm>
              <a:off x="9125614" y="5868454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6FF533B9-EB1C-451F-8B7B-9F8CDAE09E42}"/>
                </a:ext>
              </a:extLst>
            </p:cNvPr>
            <p:cNvSpPr/>
            <p:nvPr/>
          </p:nvSpPr>
          <p:spPr>
            <a:xfrm>
              <a:off x="10342194" y="5734549"/>
              <a:ext cx="136997" cy="136997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이등변 삼각형 79">
              <a:extLst>
                <a:ext uri="{FF2B5EF4-FFF2-40B4-BE49-F238E27FC236}">
                  <a16:creationId xmlns:a16="http://schemas.microsoft.com/office/drawing/2014/main" id="{76FF36A1-7E1D-4ED2-AC89-96F39C2FF199}"/>
                </a:ext>
              </a:extLst>
            </p:cNvPr>
            <p:cNvSpPr/>
            <p:nvPr/>
          </p:nvSpPr>
          <p:spPr>
            <a:xfrm rot="5400000">
              <a:off x="10554075" y="566125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936A2A1-35F0-46C5-9B52-17AF29CD62B7}"/>
                </a:ext>
              </a:extLst>
            </p:cNvPr>
            <p:cNvSpPr/>
            <p:nvPr/>
          </p:nvSpPr>
          <p:spPr>
            <a:xfrm>
              <a:off x="8901405" y="6111951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C0AED63B-3035-4FBB-B94E-C5052BD4C99A}"/>
                </a:ext>
              </a:extLst>
            </p:cNvPr>
            <p:cNvSpPr/>
            <p:nvPr/>
          </p:nvSpPr>
          <p:spPr>
            <a:xfrm rot="16200000">
              <a:off x="9982387" y="5661250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3" name="이등변 삼각형 82">
              <a:extLst>
                <a:ext uri="{FF2B5EF4-FFF2-40B4-BE49-F238E27FC236}">
                  <a16:creationId xmlns:a16="http://schemas.microsoft.com/office/drawing/2014/main" id="{A50D7D89-6643-4FCC-8BD8-DD359857C1E7}"/>
                </a:ext>
              </a:extLst>
            </p:cNvPr>
            <p:cNvSpPr/>
            <p:nvPr/>
          </p:nvSpPr>
          <p:spPr>
            <a:xfrm>
              <a:off x="10266389" y="5384108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D4CF10DE-892C-4DBD-9BDE-6761D1E78DD2}"/>
                </a:ext>
              </a:extLst>
            </p:cNvPr>
            <p:cNvSpPr/>
            <p:nvPr/>
          </p:nvSpPr>
          <p:spPr>
            <a:xfrm>
              <a:off x="10306803" y="6246814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F9E1F78-F2E6-4AA1-9A66-D45C492B947E}"/>
                </a:ext>
              </a:extLst>
            </p:cNvPr>
            <p:cNvSpPr/>
            <p:nvPr/>
          </p:nvSpPr>
          <p:spPr>
            <a:xfrm>
              <a:off x="10306803" y="6522518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이등변 삼각형 85">
              <a:extLst>
                <a:ext uri="{FF2B5EF4-FFF2-40B4-BE49-F238E27FC236}">
                  <a16:creationId xmlns:a16="http://schemas.microsoft.com/office/drawing/2014/main" id="{DE19487A-2F7A-40B0-AE87-CB7D462F7294}"/>
                </a:ext>
              </a:extLst>
            </p:cNvPr>
            <p:cNvSpPr/>
            <p:nvPr/>
          </p:nvSpPr>
          <p:spPr>
            <a:xfrm rot="5400000">
              <a:off x="10584482" y="6374367"/>
              <a:ext cx="305038" cy="262965"/>
            </a:xfrm>
            <a:prstGeom prst="triangl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97B8F88-6AE1-4570-B8BC-1C4054F55F67}"/>
                </a:ext>
              </a:extLst>
            </p:cNvPr>
            <p:cNvSpPr/>
            <p:nvPr/>
          </p:nvSpPr>
          <p:spPr>
            <a:xfrm>
              <a:off x="8752077" y="5886542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95E3C3E-7F0E-4E66-94E3-FB354DDF5EDE}"/>
                </a:ext>
              </a:extLst>
            </p:cNvPr>
            <p:cNvSpPr/>
            <p:nvPr/>
          </p:nvSpPr>
          <p:spPr>
            <a:xfrm>
              <a:off x="8901405" y="6404363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이등변 삼각형 88">
              <a:extLst>
                <a:ext uri="{FF2B5EF4-FFF2-40B4-BE49-F238E27FC236}">
                  <a16:creationId xmlns:a16="http://schemas.microsoft.com/office/drawing/2014/main" id="{DE26543F-16EE-4138-A2A5-03200232F6EA}"/>
                </a:ext>
              </a:extLst>
            </p:cNvPr>
            <p:cNvSpPr/>
            <p:nvPr/>
          </p:nvSpPr>
          <p:spPr>
            <a:xfrm rot="5400000">
              <a:off x="9252094" y="619583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" name="이등변 삼각형 89">
              <a:extLst>
                <a:ext uri="{FF2B5EF4-FFF2-40B4-BE49-F238E27FC236}">
                  <a16:creationId xmlns:a16="http://schemas.microsoft.com/office/drawing/2014/main" id="{CF67D21A-F0C9-428B-8AE3-EF14892C3A4F}"/>
                </a:ext>
              </a:extLst>
            </p:cNvPr>
            <p:cNvSpPr/>
            <p:nvPr/>
          </p:nvSpPr>
          <p:spPr>
            <a:xfrm rot="16200000">
              <a:off x="8482435" y="620607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65CE235-2413-4503-93F7-3982A804DAB8}"/>
              </a:ext>
            </a:extLst>
          </p:cNvPr>
          <p:cNvGrpSpPr/>
          <p:nvPr/>
        </p:nvGrpSpPr>
        <p:grpSpPr>
          <a:xfrm>
            <a:off x="85504" y="1149744"/>
            <a:ext cx="3617884" cy="2716628"/>
            <a:chOff x="8052471" y="4643372"/>
            <a:chExt cx="3617884" cy="2716628"/>
          </a:xfrm>
        </p:grpSpPr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75BB53F4-3E7C-458F-8471-3C7B82371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2471" y="4643372"/>
              <a:ext cx="3617884" cy="2716628"/>
            </a:xfrm>
            <a:prstGeom prst="rect">
              <a:avLst/>
            </a:prstGeom>
          </p:spPr>
        </p:pic>
        <p:sp>
          <p:nvSpPr>
            <p:cNvPr id="93" name="이등변 삼각형 92">
              <a:extLst>
                <a:ext uri="{FF2B5EF4-FFF2-40B4-BE49-F238E27FC236}">
                  <a16:creationId xmlns:a16="http://schemas.microsoft.com/office/drawing/2014/main" id="{A5803D53-C7EC-4835-BF3B-F79820137D35}"/>
                </a:ext>
              </a:extLst>
            </p:cNvPr>
            <p:cNvSpPr/>
            <p:nvPr/>
          </p:nvSpPr>
          <p:spPr>
            <a:xfrm rot="10800000">
              <a:off x="10258173" y="595504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787B82A1-8EE6-497E-A835-C6C1CD1F3429}"/>
                </a:ext>
              </a:extLst>
            </p:cNvPr>
            <p:cNvSpPr/>
            <p:nvPr/>
          </p:nvSpPr>
          <p:spPr>
            <a:xfrm>
              <a:off x="9125614" y="5868454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BCC74D80-9E9C-43E2-9095-A5FA72C65CD2}"/>
                </a:ext>
              </a:extLst>
            </p:cNvPr>
            <p:cNvSpPr/>
            <p:nvPr/>
          </p:nvSpPr>
          <p:spPr>
            <a:xfrm>
              <a:off x="10342194" y="5734549"/>
              <a:ext cx="136997" cy="136997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이등변 삼각형 95">
              <a:extLst>
                <a:ext uri="{FF2B5EF4-FFF2-40B4-BE49-F238E27FC236}">
                  <a16:creationId xmlns:a16="http://schemas.microsoft.com/office/drawing/2014/main" id="{CB5FBF88-0F6D-4D6A-BC7D-09FF06D44D7E}"/>
                </a:ext>
              </a:extLst>
            </p:cNvPr>
            <p:cNvSpPr/>
            <p:nvPr/>
          </p:nvSpPr>
          <p:spPr>
            <a:xfrm rot="5400000">
              <a:off x="10554075" y="566125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D103F021-653B-4E90-9E3C-448FACE9803C}"/>
                </a:ext>
              </a:extLst>
            </p:cNvPr>
            <p:cNvSpPr/>
            <p:nvPr/>
          </p:nvSpPr>
          <p:spPr>
            <a:xfrm>
              <a:off x="8901405" y="6111951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BE3B56A3-4975-4F4B-95CF-DFE2D982E6F4}"/>
                </a:ext>
              </a:extLst>
            </p:cNvPr>
            <p:cNvSpPr/>
            <p:nvPr/>
          </p:nvSpPr>
          <p:spPr>
            <a:xfrm rot="16200000">
              <a:off x="9982387" y="5661250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E4FA420C-3E42-41C7-A62F-A6E0155DB8D0}"/>
                </a:ext>
              </a:extLst>
            </p:cNvPr>
            <p:cNvSpPr/>
            <p:nvPr/>
          </p:nvSpPr>
          <p:spPr>
            <a:xfrm>
              <a:off x="10266389" y="5384108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93DA8300-8E0A-4641-B776-5604A76720E7}"/>
                </a:ext>
              </a:extLst>
            </p:cNvPr>
            <p:cNvSpPr/>
            <p:nvPr/>
          </p:nvSpPr>
          <p:spPr>
            <a:xfrm>
              <a:off x="10306803" y="6246814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DDDEEBA-AF88-4F54-A8B4-6AEA53EF75E8}"/>
                </a:ext>
              </a:extLst>
            </p:cNvPr>
            <p:cNvSpPr/>
            <p:nvPr/>
          </p:nvSpPr>
          <p:spPr>
            <a:xfrm>
              <a:off x="10306803" y="6522518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" name="이등변 삼각형 101">
              <a:extLst>
                <a:ext uri="{FF2B5EF4-FFF2-40B4-BE49-F238E27FC236}">
                  <a16:creationId xmlns:a16="http://schemas.microsoft.com/office/drawing/2014/main" id="{EC84E897-4B6B-4B56-B23D-C41B4902B3BE}"/>
                </a:ext>
              </a:extLst>
            </p:cNvPr>
            <p:cNvSpPr/>
            <p:nvPr/>
          </p:nvSpPr>
          <p:spPr>
            <a:xfrm rot="5400000">
              <a:off x="10584482" y="6374367"/>
              <a:ext cx="305038" cy="262965"/>
            </a:xfrm>
            <a:prstGeom prst="triangl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E64332C9-1D3C-43BA-8022-A5EE91234244}"/>
                </a:ext>
              </a:extLst>
            </p:cNvPr>
            <p:cNvSpPr/>
            <p:nvPr/>
          </p:nvSpPr>
          <p:spPr>
            <a:xfrm>
              <a:off x="8752077" y="5886542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B098E043-E09E-481B-B4BA-727F2C62099D}"/>
                </a:ext>
              </a:extLst>
            </p:cNvPr>
            <p:cNvSpPr/>
            <p:nvPr/>
          </p:nvSpPr>
          <p:spPr>
            <a:xfrm>
              <a:off x="8901405" y="6404363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" name="이등변 삼각형 104">
              <a:extLst>
                <a:ext uri="{FF2B5EF4-FFF2-40B4-BE49-F238E27FC236}">
                  <a16:creationId xmlns:a16="http://schemas.microsoft.com/office/drawing/2014/main" id="{EA70E869-4309-432B-85E4-CFE67DBBFB8E}"/>
                </a:ext>
              </a:extLst>
            </p:cNvPr>
            <p:cNvSpPr/>
            <p:nvPr/>
          </p:nvSpPr>
          <p:spPr>
            <a:xfrm rot="5400000">
              <a:off x="9252094" y="619583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이등변 삼각형 105">
              <a:extLst>
                <a:ext uri="{FF2B5EF4-FFF2-40B4-BE49-F238E27FC236}">
                  <a16:creationId xmlns:a16="http://schemas.microsoft.com/office/drawing/2014/main" id="{52E7BF92-40E5-47E3-8F1B-357C3280F770}"/>
                </a:ext>
              </a:extLst>
            </p:cNvPr>
            <p:cNvSpPr/>
            <p:nvPr/>
          </p:nvSpPr>
          <p:spPr>
            <a:xfrm rot="16200000">
              <a:off x="8482435" y="620607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0F34081F-927B-474E-B302-295CA6B86944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4D04F37-6800-4642-8E01-8204C27BDD00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D5E8CB6-AA12-466C-9C6E-11D3145D2569}"/>
              </a:ext>
            </a:extLst>
          </p:cNvPr>
          <p:cNvSpPr txBox="1"/>
          <p:nvPr/>
        </p:nvSpPr>
        <p:spPr>
          <a:xfrm>
            <a:off x="285089" y="2049720"/>
            <a:ext cx="343654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수리 이야기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모양을 길에서 본 적이 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10" name="이등변 삼각형 109">
            <a:extLst>
              <a:ext uri="{FF2B5EF4-FFF2-40B4-BE49-F238E27FC236}">
                <a16:creationId xmlns:a16="http://schemas.microsoft.com/office/drawing/2014/main" id="{9B705879-8066-46D3-B256-06E280DEACBE}"/>
              </a:ext>
            </a:extLst>
          </p:cNvPr>
          <p:cNvSpPr/>
          <p:nvPr/>
        </p:nvSpPr>
        <p:spPr>
          <a:xfrm>
            <a:off x="2247781" y="2340296"/>
            <a:ext cx="305038" cy="26296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816497A-98C1-4B85-895A-54220BA2F5C3}"/>
              </a:ext>
            </a:extLst>
          </p:cNvPr>
          <p:cNvSpPr/>
          <p:nvPr/>
        </p:nvSpPr>
        <p:spPr>
          <a:xfrm>
            <a:off x="1894447" y="2379903"/>
            <a:ext cx="224209" cy="221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EC218FFC-71E2-4979-9736-2F24AA7EBE7E}"/>
              </a:ext>
            </a:extLst>
          </p:cNvPr>
          <p:cNvSpPr/>
          <p:nvPr/>
        </p:nvSpPr>
        <p:spPr>
          <a:xfrm>
            <a:off x="1538041" y="2388745"/>
            <a:ext cx="174371" cy="174371"/>
          </a:xfrm>
          <a:prstGeom prst="ellipse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4139421-E887-4012-88EE-3A441EFEE4F5}"/>
              </a:ext>
            </a:extLst>
          </p:cNvPr>
          <p:cNvSpPr/>
          <p:nvPr/>
        </p:nvSpPr>
        <p:spPr>
          <a:xfrm>
            <a:off x="4096111" y="1286877"/>
            <a:ext cx="3181659" cy="2449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CDF0BF1-852F-49A4-BCDA-099A86F38F76}"/>
              </a:ext>
            </a:extLst>
          </p:cNvPr>
          <p:cNvSpPr/>
          <p:nvPr/>
        </p:nvSpPr>
        <p:spPr>
          <a:xfrm>
            <a:off x="331004" y="4160643"/>
            <a:ext cx="3181659" cy="2449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17B18C8-5389-4E7D-815D-E6A9CFE322D7}"/>
              </a:ext>
            </a:extLst>
          </p:cNvPr>
          <p:cNvSpPr/>
          <p:nvPr/>
        </p:nvSpPr>
        <p:spPr>
          <a:xfrm>
            <a:off x="4059792" y="4142157"/>
            <a:ext cx="3181659" cy="2449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106B13F-B789-4D28-BB11-E8E70AFF76D9}"/>
              </a:ext>
            </a:extLst>
          </p:cNvPr>
          <p:cNvSpPr txBox="1"/>
          <p:nvPr/>
        </p:nvSpPr>
        <p:spPr>
          <a:xfrm>
            <a:off x="4567822" y="42852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무슨 표지판일까요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0FD55BA-B440-4EFC-86CB-12A73843F078}"/>
              </a:ext>
            </a:extLst>
          </p:cNvPr>
          <p:cNvSpPr txBox="1"/>
          <p:nvPr/>
        </p:nvSpPr>
        <p:spPr>
          <a:xfrm>
            <a:off x="4584586" y="136609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무슨 표지판일까요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FFC3538-1087-414A-8F9D-706364EC765A}"/>
              </a:ext>
            </a:extLst>
          </p:cNvPr>
          <p:cNvSpPr txBox="1"/>
          <p:nvPr/>
        </p:nvSpPr>
        <p:spPr>
          <a:xfrm>
            <a:off x="846468" y="42852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무슨 표지판일까요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19" name="그림 118">
            <a:extLst>
              <a:ext uri="{FF2B5EF4-FFF2-40B4-BE49-F238E27FC236}">
                <a16:creationId xmlns:a16="http://schemas.microsoft.com/office/drawing/2014/main" id="{7115817C-603B-45D1-B993-6E210E92B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465" y="1893345"/>
            <a:ext cx="1472611" cy="1449601"/>
          </a:xfrm>
          <a:prstGeom prst="rect">
            <a:avLst/>
          </a:prstGeom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809786B0-C356-43BF-B350-93022FFE6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950" y="4812455"/>
            <a:ext cx="1484993" cy="1511563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14F56D28-26EA-4282-BF6C-53102AB84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165" y="4845782"/>
            <a:ext cx="1468911" cy="1496682"/>
          </a:xfrm>
          <a:prstGeom prst="rect">
            <a:avLst/>
          </a:prstGeom>
        </p:spPr>
      </p:pic>
      <p:sp>
        <p:nvSpPr>
          <p:cNvPr id="122" name="타원 121">
            <a:extLst>
              <a:ext uri="{FF2B5EF4-FFF2-40B4-BE49-F238E27FC236}">
                <a16:creationId xmlns:a16="http://schemas.microsoft.com/office/drawing/2014/main" id="{A264C683-548A-4BC0-AB7A-0A57683C681F}"/>
              </a:ext>
            </a:extLst>
          </p:cNvPr>
          <p:cNvSpPr/>
          <p:nvPr/>
        </p:nvSpPr>
        <p:spPr>
          <a:xfrm>
            <a:off x="1180305" y="1870153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185BC55C-F042-4369-81D1-72BC6ECBF818}"/>
              </a:ext>
            </a:extLst>
          </p:cNvPr>
          <p:cNvSpPr/>
          <p:nvPr/>
        </p:nvSpPr>
        <p:spPr>
          <a:xfrm>
            <a:off x="4383637" y="1249803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86E6E7F2-0EED-422E-8BAD-D34409D7E86D}"/>
              </a:ext>
            </a:extLst>
          </p:cNvPr>
          <p:cNvSpPr/>
          <p:nvPr/>
        </p:nvSpPr>
        <p:spPr>
          <a:xfrm>
            <a:off x="634989" y="4251397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0D3A14E3-1CBC-4363-81E9-9C261707FC34}"/>
              </a:ext>
            </a:extLst>
          </p:cNvPr>
          <p:cNvSpPr/>
          <p:nvPr/>
        </p:nvSpPr>
        <p:spPr>
          <a:xfrm>
            <a:off x="4330155" y="4276659"/>
            <a:ext cx="308648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9770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143C0-BCBD-4DE0-AD84-4DCE7DE5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07F175-B90C-478C-9639-73738F1521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8CAF955-9081-4BC2-A232-89C0667B442B}"/>
              </a:ext>
            </a:extLst>
          </p:cNvPr>
          <p:cNvCxnSpPr>
            <a:cxnSpLocks/>
          </p:cNvCxnSpPr>
          <p:nvPr/>
        </p:nvCxnSpPr>
        <p:spPr>
          <a:xfrm>
            <a:off x="77355" y="3911749"/>
            <a:ext cx="7501902" cy="19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D7C750B-0236-4673-9965-8DA25A008E62}"/>
              </a:ext>
            </a:extLst>
          </p:cNvPr>
          <p:cNvCxnSpPr>
            <a:cxnSpLocks/>
          </p:cNvCxnSpPr>
          <p:nvPr/>
        </p:nvCxnSpPr>
        <p:spPr>
          <a:xfrm flipH="1" flipV="1">
            <a:off x="3771054" y="1111021"/>
            <a:ext cx="23571" cy="5615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텍스트 개체 틀 3">
            <a:extLst>
              <a:ext uri="{FF2B5EF4-FFF2-40B4-BE49-F238E27FC236}">
                <a16:creationId xmlns:a16="http://schemas.microsoft.com/office/drawing/2014/main" id="{9051B860-673F-48C1-A3F6-7053A0147F31}"/>
              </a:ext>
            </a:extLst>
          </p:cNvPr>
          <p:cNvSpPr txBox="1">
            <a:spLocks/>
          </p:cNvSpPr>
          <p:nvPr/>
        </p:nvSpPr>
        <p:spPr>
          <a:xfrm>
            <a:off x="9593831" y="856314"/>
            <a:ext cx="1309678" cy="2547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accent5"/>
                </a:solidFill>
                <a:latin typeface="Yu Gothic UI Semibold" panose="020B0700000000000000" pitchFamily="34" charset="-128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3. </a:t>
            </a:r>
            <a:r>
              <a:rPr lang="ko-KR" altLang="en-US" dirty="0"/>
              <a:t>수리 이야기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839749E-F721-4B9F-BE0D-B7C0FE682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711180"/>
              </p:ext>
            </p:extLst>
          </p:nvPr>
        </p:nvGraphicFramePr>
        <p:xfrm>
          <a:off x="7675178" y="2425093"/>
          <a:ext cx="4449042" cy="16772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95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8000651"/>
                    </a:ext>
                  </a:extLst>
                </a:gridCol>
                <a:gridCol w="3114691">
                  <a:extLst>
                    <a:ext uri="{9D8B030D-6E8A-4147-A177-3AD203B41FA5}">
                      <a16:colId xmlns:a16="http://schemas.microsoft.com/office/drawing/2014/main" val="3306264757"/>
                    </a:ext>
                  </a:extLst>
                </a:gridCol>
              </a:tblGrid>
              <a:tr h="313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UI </a:t>
                      </a:r>
                      <a:r>
                        <a:rPr lang="ko-KR" altLang="en-US" sz="1050" dirty="0"/>
                        <a:t>요소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수리 완료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오디오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반짝임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수리 완료 효과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경쾌한 효과음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반짝임 효과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인증서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인증서 다운로드 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89988"/>
                  </a:ext>
                </a:extLst>
              </a:tr>
              <a:tr h="2827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화면 종료 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화면 종료 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97775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3CD2C259-9011-4BCF-9161-FB3261035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334914"/>
              </p:ext>
            </p:extLst>
          </p:nvPr>
        </p:nvGraphicFramePr>
        <p:xfrm>
          <a:off x="7675178" y="1251914"/>
          <a:ext cx="4449041" cy="1078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9041">
                  <a:extLst>
                    <a:ext uri="{9D8B030D-6E8A-4147-A177-3AD203B41FA5}">
                      <a16:colId xmlns:a16="http://schemas.microsoft.com/office/drawing/2014/main" val="254628796"/>
                    </a:ext>
                  </a:extLst>
                </a:gridCol>
              </a:tblGrid>
              <a:tr h="197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964675"/>
                  </a:ext>
                </a:extLst>
              </a:tr>
              <a:tr h="81918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차시 완료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인증서 다운로드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끝내기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다음 차시 이동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9485"/>
                  </a:ext>
                </a:extLst>
              </a:tr>
            </a:tbl>
          </a:graphicData>
        </a:graphic>
      </p:graphicFrame>
      <p:grpSp>
        <p:nvGrpSpPr>
          <p:cNvPr id="37" name="그룹 36">
            <a:extLst>
              <a:ext uri="{FF2B5EF4-FFF2-40B4-BE49-F238E27FC236}">
                <a16:creationId xmlns:a16="http://schemas.microsoft.com/office/drawing/2014/main" id="{37C555B3-FCF1-447A-B9BC-D60476C28459}"/>
              </a:ext>
            </a:extLst>
          </p:cNvPr>
          <p:cNvGrpSpPr/>
          <p:nvPr/>
        </p:nvGrpSpPr>
        <p:grpSpPr>
          <a:xfrm>
            <a:off x="115263" y="1150900"/>
            <a:ext cx="3617884" cy="2716628"/>
            <a:chOff x="8052471" y="4643372"/>
            <a:chExt cx="3617884" cy="2716628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C7E9F241-312E-4EBE-9146-A81ED234D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2471" y="4643372"/>
              <a:ext cx="3617884" cy="2716628"/>
            </a:xfrm>
            <a:prstGeom prst="rect">
              <a:avLst/>
            </a:prstGeom>
          </p:spPr>
        </p:pic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BB2F22CC-DE94-41A2-861A-7BC5E3C537D0}"/>
                </a:ext>
              </a:extLst>
            </p:cNvPr>
            <p:cNvSpPr/>
            <p:nvPr/>
          </p:nvSpPr>
          <p:spPr>
            <a:xfrm rot="10800000">
              <a:off x="10258173" y="595504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55BFA8B-F12D-4BAB-9ABD-0FEA9F366001}"/>
                </a:ext>
              </a:extLst>
            </p:cNvPr>
            <p:cNvSpPr/>
            <p:nvPr/>
          </p:nvSpPr>
          <p:spPr>
            <a:xfrm>
              <a:off x="9125614" y="5868454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765528C-69C8-4BC0-96F3-7BF26A5764CF}"/>
                </a:ext>
              </a:extLst>
            </p:cNvPr>
            <p:cNvSpPr/>
            <p:nvPr/>
          </p:nvSpPr>
          <p:spPr>
            <a:xfrm>
              <a:off x="10342194" y="5734549"/>
              <a:ext cx="136997" cy="136997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FB577D47-BD0D-40D3-B99B-80D077358D60}"/>
                </a:ext>
              </a:extLst>
            </p:cNvPr>
            <p:cNvSpPr/>
            <p:nvPr/>
          </p:nvSpPr>
          <p:spPr>
            <a:xfrm rot="5400000">
              <a:off x="10554075" y="5661251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0A53021-0CDB-48E3-AC59-AA78861C97FC}"/>
                </a:ext>
              </a:extLst>
            </p:cNvPr>
            <p:cNvSpPr/>
            <p:nvPr/>
          </p:nvSpPr>
          <p:spPr>
            <a:xfrm>
              <a:off x="8901405" y="6111951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이등변 삼각형 43">
              <a:extLst>
                <a:ext uri="{FF2B5EF4-FFF2-40B4-BE49-F238E27FC236}">
                  <a16:creationId xmlns:a16="http://schemas.microsoft.com/office/drawing/2014/main" id="{552F31EA-FD15-4ABA-B085-A86BA65223CF}"/>
                </a:ext>
              </a:extLst>
            </p:cNvPr>
            <p:cNvSpPr/>
            <p:nvPr/>
          </p:nvSpPr>
          <p:spPr>
            <a:xfrm rot="16200000">
              <a:off x="9982387" y="5661250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이등변 삼각형 44">
              <a:extLst>
                <a:ext uri="{FF2B5EF4-FFF2-40B4-BE49-F238E27FC236}">
                  <a16:creationId xmlns:a16="http://schemas.microsoft.com/office/drawing/2014/main" id="{19687E67-926B-4D92-AA47-2BF0736AB2EE}"/>
                </a:ext>
              </a:extLst>
            </p:cNvPr>
            <p:cNvSpPr/>
            <p:nvPr/>
          </p:nvSpPr>
          <p:spPr>
            <a:xfrm>
              <a:off x="10266389" y="5384108"/>
              <a:ext cx="305038" cy="26296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6430AF4-3C86-4BDF-84C0-0A1E0AF11B8F}"/>
                </a:ext>
              </a:extLst>
            </p:cNvPr>
            <p:cNvSpPr/>
            <p:nvPr/>
          </p:nvSpPr>
          <p:spPr>
            <a:xfrm>
              <a:off x="10306803" y="6246814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18909AB-BCA1-457A-9074-850E4BA98FC4}"/>
                </a:ext>
              </a:extLst>
            </p:cNvPr>
            <p:cNvSpPr/>
            <p:nvPr/>
          </p:nvSpPr>
          <p:spPr>
            <a:xfrm>
              <a:off x="10306803" y="6522518"/>
              <a:ext cx="224209" cy="22192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이등변 삼각형 47">
              <a:extLst>
                <a:ext uri="{FF2B5EF4-FFF2-40B4-BE49-F238E27FC236}">
                  <a16:creationId xmlns:a16="http://schemas.microsoft.com/office/drawing/2014/main" id="{911CE471-7C17-47D0-8B36-C9B028258643}"/>
                </a:ext>
              </a:extLst>
            </p:cNvPr>
            <p:cNvSpPr/>
            <p:nvPr/>
          </p:nvSpPr>
          <p:spPr>
            <a:xfrm rot="5400000">
              <a:off x="10584482" y="6374367"/>
              <a:ext cx="305038" cy="262965"/>
            </a:xfrm>
            <a:prstGeom prst="triangl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A0C3BCE-E917-4D23-B3CD-E2023C7D08BF}"/>
                </a:ext>
              </a:extLst>
            </p:cNvPr>
            <p:cNvSpPr/>
            <p:nvPr/>
          </p:nvSpPr>
          <p:spPr>
            <a:xfrm>
              <a:off x="8752077" y="5886542"/>
              <a:ext cx="136997" cy="136997"/>
            </a:xfrm>
            <a:prstGeom prst="ellipse">
              <a:avLst/>
            </a:prstGeom>
            <a:solidFill>
              <a:srgbClr val="00B050"/>
            </a:solidFill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E48CA4B-4E40-4B3C-9FA7-C7E8340DF5C8}"/>
                </a:ext>
              </a:extLst>
            </p:cNvPr>
            <p:cNvSpPr/>
            <p:nvPr/>
          </p:nvSpPr>
          <p:spPr>
            <a:xfrm>
              <a:off x="8901405" y="6404363"/>
              <a:ext cx="224209" cy="2219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이등변 삼각형 50">
              <a:extLst>
                <a:ext uri="{FF2B5EF4-FFF2-40B4-BE49-F238E27FC236}">
                  <a16:creationId xmlns:a16="http://schemas.microsoft.com/office/drawing/2014/main" id="{65B6B3CF-681D-47CC-9AD1-0704F1C53B4B}"/>
                </a:ext>
              </a:extLst>
            </p:cNvPr>
            <p:cNvSpPr/>
            <p:nvPr/>
          </p:nvSpPr>
          <p:spPr>
            <a:xfrm rot="5400000">
              <a:off x="9252094" y="619583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8C8E4ECA-8FA4-4CF3-ADB7-EBA506B6E42F}"/>
                </a:ext>
              </a:extLst>
            </p:cNvPr>
            <p:cNvSpPr/>
            <p:nvPr/>
          </p:nvSpPr>
          <p:spPr>
            <a:xfrm rot="16200000">
              <a:off x="8482435" y="6206072"/>
              <a:ext cx="305038" cy="262965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3810808D-AF47-404E-B7BE-269BF8F5A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69" y="2060896"/>
            <a:ext cx="975780" cy="866195"/>
          </a:xfrm>
          <a:prstGeom prst="rect">
            <a:avLst/>
          </a:prstGeom>
        </p:spPr>
      </p:pic>
      <p:sp>
        <p:nvSpPr>
          <p:cNvPr id="54" name="타원 53">
            <a:extLst>
              <a:ext uri="{FF2B5EF4-FFF2-40B4-BE49-F238E27FC236}">
                <a16:creationId xmlns:a16="http://schemas.microsoft.com/office/drawing/2014/main" id="{FA6038DC-CF3D-4969-826B-6B3CC8160231}"/>
              </a:ext>
            </a:extLst>
          </p:cNvPr>
          <p:cNvSpPr/>
          <p:nvPr/>
        </p:nvSpPr>
        <p:spPr>
          <a:xfrm>
            <a:off x="1027524" y="1779076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CFE17805-E12E-4953-8E27-51BD451EE699}"/>
              </a:ext>
            </a:extLst>
          </p:cNvPr>
          <p:cNvSpPr/>
          <p:nvPr/>
        </p:nvSpPr>
        <p:spPr>
          <a:xfrm>
            <a:off x="478375" y="3183184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F36ECE-A76A-43CB-9AD5-9E3942A52E82}"/>
              </a:ext>
            </a:extLst>
          </p:cNvPr>
          <p:cNvSpPr txBox="1"/>
          <p:nvPr/>
        </p:nvSpPr>
        <p:spPr>
          <a:xfrm>
            <a:off x="2728048" y="3319926"/>
            <a:ext cx="651951" cy="276999"/>
          </a:xfrm>
          <a:prstGeom prst="rect">
            <a:avLst/>
          </a:prstGeom>
          <a:solidFill>
            <a:srgbClr val="F8FA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나가기</a:t>
            </a:r>
            <a:endParaRPr lang="ko-KR" altLang="en-US" sz="1200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D2C5BC5-F91E-4767-A54B-46D5762AB556}"/>
              </a:ext>
            </a:extLst>
          </p:cNvPr>
          <p:cNvSpPr/>
          <p:nvPr/>
        </p:nvSpPr>
        <p:spPr>
          <a:xfrm>
            <a:off x="2326647" y="3345538"/>
            <a:ext cx="313234" cy="2818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5CAFD9E-920F-40EB-A4D8-2054F62A1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77" y="3004811"/>
            <a:ext cx="2091051" cy="28843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89808D5-D0BD-4246-BD19-854F62253080}"/>
              </a:ext>
            </a:extLst>
          </p:cNvPr>
          <p:cNvSpPr txBox="1"/>
          <p:nvPr/>
        </p:nvSpPr>
        <p:spPr>
          <a:xfrm>
            <a:off x="1214834" y="3011585"/>
            <a:ext cx="1430054" cy="276999"/>
          </a:xfrm>
          <a:prstGeom prst="rect">
            <a:avLst/>
          </a:prstGeom>
          <a:solidFill>
            <a:srgbClr val="F8FAFF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인증서 다운로드</a:t>
            </a:r>
          </a:p>
        </p:txBody>
      </p:sp>
    </p:spTree>
    <p:extLst>
      <p:ext uri="{BB962C8B-B14F-4D97-AF65-F5344CB8AC3E}">
        <p14:creationId xmlns:p14="http://schemas.microsoft.com/office/powerpoint/2010/main" val="2851524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2612</Words>
  <Application>Microsoft Office PowerPoint</Application>
  <PresentationFormat>와이드스크린</PresentationFormat>
  <Paragraphs>755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Yu Gothic UI Semibold</vt:lpstr>
      <vt:lpstr>맑은 고딕</vt:lpstr>
      <vt:lpstr>Arial</vt:lpstr>
      <vt:lpstr>Office 테마</vt:lpstr>
      <vt:lpstr>PowerPoint 프레젠테이션</vt:lpstr>
      <vt:lpstr>PowerPoint 프레젠테이션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경북교육청 콘텐츠 기획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sy b</dc:creator>
  <cp:lastModifiedBy>sy b</cp:lastModifiedBy>
  <cp:revision>189</cp:revision>
  <cp:lastPrinted>2026-07-23T02:43:50Z</cp:lastPrinted>
  <dcterms:created xsi:type="dcterms:W3CDTF">2026-06-29T12:27:41Z</dcterms:created>
  <dcterms:modified xsi:type="dcterms:W3CDTF">2026-07-23T04:17:04Z</dcterms:modified>
</cp:coreProperties>
</file>